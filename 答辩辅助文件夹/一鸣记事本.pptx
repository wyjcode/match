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notesSlides/notesSlide1.xml" ContentType="application/vnd.openxmlformats-officedocument.presentationml.notesSlide+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9" r:id="rId3"/>
  </p:sldMasterIdLst>
  <p:notesMasterIdLst>
    <p:notesMasterId r:id="rId15"/>
  </p:notesMasterIdLst>
  <p:handoutMasterIdLst>
    <p:handoutMasterId r:id="rId16"/>
  </p:handoutMasterIdLst>
  <p:sldIdLst>
    <p:sldId id="410" r:id="rId4"/>
    <p:sldId id="416" r:id="rId5"/>
    <p:sldId id="414" r:id="rId6"/>
    <p:sldId id="435" r:id="rId7"/>
    <p:sldId id="436" r:id="rId8"/>
    <p:sldId id="437" r:id="rId9"/>
    <p:sldId id="438" r:id="rId10"/>
    <p:sldId id="439" r:id="rId11"/>
    <p:sldId id="442" r:id="rId12"/>
    <p:sldId id="440" r:id="rId13"/>
    <p:sldId id="441"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p:cViewPr varScale="1">
        <p:scale>
          <a:sx n="91" d="100"/>
          <a:sy n="91" d="100"/>
        </p:scale>
        <p:origin x="422" y="7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t>2020/4/2</a:t>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t>‹#›</a:t>
            </a:fld>
            <a:endParaRPr lang="zh-CN" altLang="en-US">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AC49D05-6128-4D0D-A32A-06A5E73B386C}" type="datetimeFigureOut">
              <a:rPr lang="zh-CN" altLang="en-US" smtClean="0"/>
              <a:t>2020/4/2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73A90FA-0BB9-4762-B9C7-8A3848974C90}"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file:///C:\Users\1V994W2\PycharmProjects\PPT_Background_Generation/pic_temp/pic_sup.png" TargetMode="Externa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1.png"/><Relationship Id="rId5" Type="http://schemas.openxmlformats.org/officeDocument/2006/relationships/tags" Target="../tags/tag73.xml"/><Relationship Id="rId10" Type="http://schemas.openxmlformats.org/officeDocument/2006/relationships/slideMaster" Target="../slideMasters/slideMaster2.xml"/><Relationship Id="rId4" Type="http://schemas.openxmlformats.org/officeDocument/2006/relationships/tags" Target="../tags/tag72.xml"/><Relationship Id="rId9" Type="http://schemas.openxmlformats.org/officeDocument/2006/relationships/tags" Target="../tags/tag77.xml"/></Relationships>
</file>

<file path=ppt/slideLayouts/_rels/slideLayout1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3.png"/><Relationship Id="rId5" Type="http://schemas.openxmlformats.org/officeDocument/2006/relationships/tags" Target="../tags/tag82.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81.xml"/><Relationship Id="rId9"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92.xml"/><Relationship Id="rId13" Type="http://schemas.openxmlformats.org/officeDocument/2006/relationships/image" Target="file:///C:\Users\1V994W2\PycharmProjects\PPT_Background_Generation/pic_temp/pic_half_right.png" TargetMode="External"/><Relationship Id="rId3" Type="http://schemas.openxmlformats.org/officeDocument/2006/relationships/tags" Target="../tags/tag87.xml"/><Relationship Id="rId7" Type="http://schemas.openxmlformats.org/officeDocument/2006/relationships/tags" Target="../tags/tag91.xml"/><Relationship Id="rId12" Type="http://schemas.openxmlformats.org/officeDocument/2006/relationships/image" Target="../media/image5.png"/><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11" Type="http://schemas.openxmlformats.org/officeDocument/2006/relationships/image" Target="file:///C:\Users\1V994W2\PycharmProjects\PPT_Background_Generation/pic_temp/pic_half_left.png" TargetMode="External"/><Relationship Id="rId5" Type="http://schemas.openxmlformats.org/officeDocument/2006/relationships/tags" Target="../tags/tag89.xml"/><Relationship Id="rId10" Type="http://schemas.openxmlformats.org/officeDocument/2006/relationships/image" Target="../media/image4.png"/><Relationship Id="rId4" Type="http://schemas.openxmlformats.org/officeDocument/2006/relationships/tags" Target="../tags/tag88.xml"/><Relationship Id="rId9"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95.xml"/><Relationship Id="rId7" Type="http://schemas.openxmlformats.org/officeDocument/2006/relationships/tags" Target="../tags/tag99.xml"/><Relationship Id="rId12" Type="http://schemas.openxmlformats.org/officeDocument/2006/relationships/image" Target="../media/image3.pn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7.xml"/><Relationship Id="rId10" Type="http://schemas.openxmlformats.org/officeDocument/2006/relationships/image" Target="../media/image2.png"/><Relationship Id="rId4" Type="http://schemas.openxmlformats.org/officeDocument/2006/relationships/tags" Target="../tags/tag96.xml"/><Relationship Id="rId9"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08.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03.xml"/><Relationship Id="rId7" Type="http://schemas.openxmlformats.org/officeDocument/2006/relationships/tags" Target="../tags/tag107.xml"/><Relationship Id="rId12" Type="http://schemas.openxmlformats.org/officeDocument/2006/relationships/image" Target="../media/image2.png"/><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slideMaster" Target="../slideMasters/slideMaster2.xml"/><Relationship Id="rId5" Type="http://schemas.openxmlformats.org/officeDocument/2006/relationships/tags" Target="../tags/tag105.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110.xml"/><Relationship Id="rId4" Type="http://schemas.openxmlformats.org/officeDocument/2006/relationships/tags" Target="../tags/tag104.xml"/><Relationship Id="rId9" Type="http://schemas.openxmlformats.org/officeDocument/2006/relationships/tags" Target="../tags/tag109.xml"/><Relationship Id="rId1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13.xml"/><Relationship Id="rId7" Type="http://schemas.openxmlformats.org/officeDocument/2006/relationships/slideMaster" Target="../slideMasters/slideMaster2.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15.xml"/><Relationship Id="rId10" Type="http://schemas.openxmlformats.org/officeDocument/2006/relationships/image" Target="../media/image2.png"/><Relationship Id="rId4" Type="http://schemas.openxmlformats.org/officeDocument/2006/relationships/tags" Target="../tags/tag114.xml"/><Relationship Id="rId9" Type="http://schemas.openxmlformats.org/officeDocument/2006/relationships/image" Target="file:///C:\Users\1V994W2\Documents\Tencent%20Files\574576071\FileRecv\&#25340;&#35013;&#32032;&#26448;\forright\\18\subject_holdleft_36,36,36_0_staid_full_0.png" TargetMode="Externa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27.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3.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24.xml"/><Relationship Id="rId10" Type="http://schemas.openxmlformats.org/officeDocument/2006/relationships/image" Target="../media/image2.png"/><Relationship Id="rId4" Type="http://schemas.openxmlformats.org/officeDocument/2006/relationships/tags" Target="../tags/tag123.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image" Target="../media/image3.png"/><Relationship Id="rId5" Type="http://schemas.openxmlformats.org/officeDocument/2006/relationships/tags" Target="../tags/tag132.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131.xml"/><Relationship Id="rId9"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37.xml"/><Relationship Id="rId7" Type="http://schemas.openxmlformats.org/officeDocument/2006/relationships/slideMaster" Target="../slideMasters/slideMaster2.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139.xml"/><Relationship Id="rId10" Type="http://schemas.openxmlformats.org/officeDocument/2006/relationships/image" Target="../media/image3.png"/><Relationship Id="rId4" Type="http://schemas.openxmlformats.org/officeDocument/2006/relationships/tags" Target="../tags/tag138.xml"/><Relationship Id="rId9" Type="http://schemas.openxmlformats.org/officeDocument/2006/relationships/image" Target="file:///C:\Users\1V994W2\PycharmProjects\PPT_Background_Generation/pic_temp/0_pic_quater_right_down.png" TargetMode="External"/></Relationships>
</file>

<file path=ppt/slideLayouts/_rels/slideLayout22.xml.rels><?xml version="1.0" encoding="UTF-8" standalone="yes"?>
<Relationships xmlns="http://schemas.openxmlformats.org/package/2006/relationships"><Relationship Id="rId8" Type="http://schemas.openxmlformats.org/officeDocument/2006/relationships/image" Target="file:///C:\Users\1V994W2\PycharmProjects\PPT_Background_Generation/pic_temp/pic_sup.png" TargetMode="External"/><Relationship Id="rId3" Type="http://schemas.openxmlformats.org/officeDocument/2006/relationships/tags" Target="../tags/tag143.xml"/><Relationship Id="rId7" Type="http://schemas.openxmlformats.org/officeDocument/2006/relationships/image" Target="../media/image1.png"/><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slideMaster" Target="../slideMasters/slideMaster2.xml"/><Relationship Id="rId5" Type="http://schemas.openxmlformats.org/officeDocument/2006/relationships/tags" Target="../tags/tag145.xml"/><Relationship Id="rId4" Type="http://schemas.openxmlformats.org/officeDocument/2006/relationships/tags" Target="../tags/tag144.xml"/></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148.xml"/><Relationship Id="rId7" Type="http://schemas.openxmlformats.org/officeDocument/2006/relationships/slideMaster" Target="../slideMasters/slideMaster2.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150.xml"/><Relationship Id="rId10" Type="http://schemas.openxmlformats.org/officeDocument/2006/relationships/image" Target="../media/image3.png"/><Relationship Id="rId4" Type="http://schemas.openxmlformats.org/officeDocument/2006/relationships/tags" Target="../tags/tag149.xml"/><Relationship Id="rId9" Type="http://schemas.openxmlformats.org/officeDocument/2006/relationships/image" Target="file:///C:\Users\1V994W2\PycharmProjects\PPT_Background_Generation/pic_temp/0_pic_quater_right_down.png" TargetMode="Externa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image" Target="../media/image3.png"/><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56.xml"/><Relationship Id="rId10" Type="http://schemas.openxmlformats.org/officeDocument/2006/relationships/image" Target="../media/image2.png"/><Relationship Id="rId4" Type="http://schemas.openxmlformats.org/officeDocument/2006/relationships/tags" Target="../tags/tag155.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67.xml"/><Relationship Id="rId3" Type="http://schemas.openxmlformats.org/officeDocument/2006/relationships/tags" Target="../tags/tag162.xml"/><Relationship Id="rId7" Type="http://schemas.openxmlformats.org/officeDocument/2006/relationships/tags" Target="../tags/tag166.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64.xml"/><Relationship Id="rId10" Type="http://schemas.openxmlformats.org/officeDocument/2006/relationships/image" Target="../media/image2.png"/><Relationship Id="rId4" Type="http://schemas.openxmlformats.org/officeDocument/2006/relationships/tags" Target="../tags/tag163.xml"/><Relationship Id="rId9"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image" Target="../media/image3.png"/><Relationship Id="rId3" Type="http://schemas.openxmlformats.org/officeDocument/2006/relationships/tags" Target="../tags/tag170.xml"/><Relationship Id="rId7" Type="http://schemas.openxmlformats.org/officeDocument/2006/relationships/tags" Target="../tags/tag174.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image" Target="../media/image2.png"/><Relationship Id="rId5" Type="http://schemas.openxmlformats.org/officeDocument/2006/relationships/tags" Target="../tags/tag172.xml"/><Relationship Id="rId10" Type="http://schemas.openxmlformats.org/officeDocument/2006/relationships/slideMaster" Target="../slideMasters/slideMaster2.xml"/><Relationship Id="rId4" Type="http://schemas.openxmlformats.org/officeDocument/2006/relationships/tags" Target="../tags/tag171.xml"/><Relationship Id="rId9" Type="http://schemas.openxmlformats.org/officeDocument/2006/relationships/tags" Target="../tags/tag176.xml"/><Relationship Id="rId14" Type="http://schemas.openxmlformats.org/officeDocument/2006/relationships/image" Target="file:///C:\Users\1V994W2\PycharmProjects\PPT_Background_Generation/pic_temp/1_pic_quater_left_down.png" TargetMode="Externa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84.xml"/><Relationship Id="rId13" Type="http://schemas.openxmlformats.org/officeDocument/2006/relationships/image" Target="../media/image3.png"/><Relationship Id="rId3" Type="http://schemas.openxmlformats.org/officeDocument/2006/relationships/tags" Target="../tags/tag179.xml"/><Relationship Id="rId7" Type="http://schemas.openxmlformats.org/officeDocument/2006/relationships/tags" Target="../tags/tag183.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tags" Target="../tags/tag182.xml"/><Relationship Id="rId11" Type="http://schemas.openxmlformats.org/officeDocument/2006/relationships/image" Target="../media/image2.png"/><Relationship Id="rId5" Type="http://schemas.openxmlformats.org/officeDocument/2006/relationships/tags" Target="../tags/tag181.xml"/><Relationship Id="rId10" Type="http://schemas.openxmlformats.org/officeDocument/2006/relationships/slideMaster" Target="../slideMasters/slideMaster2.xml"/><Relationship Id="rId4" Type="http://schemas.openxmlformats.org/officeDocument/2006/relationships/tags" Target="../tags/tag180.xml"/><Relationship Id="rId9" Type="http://schemas.openxmlformats.org/officeDocument/2006/relationships/tags" Target="../tags/tag185.xml"/><Relationship Id="rId14" Type="http://schemas.openxmlformats.org/officeDocument/2006/relationships/image" Target="file:///C:\Users\1V994W2\PycharmProjects\PPT_Background_Generation/pic_temp/1_pic_quater_left_down.png" TargetMode="Externa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93.xml"/><Relationship Id="rId13" Type="http://schemas.openxmlformats.org/officeDocument/2006/relationships/image" Target="../media/image2.png"/><Relationship Id="rId3" Type="http://schemas.openxmlformats.org/officeDocument/2006/relationships/tags" Target="../tags/tag188.xml"/><Relationship Id="rId7" Type="http://schemas.openxmlformats.org/officeDocument/2006/relationships/tags" Target="../tags/tag192.xml"/><Relationship Id="rId12" Type="http://schemas.openxmlformats.org/officeDocument/2006/relationships/slideMaster" Target="../slideMasters/slideMaster2.xml"/><Relationship Id="rId2" Type="http://schemas.openxmlformats.org/officeDocument/2006/relationships/tags" Target="../tags/tag187.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186.xml"/><Relationship Id="rId6" Type="http://schemas.openxmlformats.org/officeDocument/2006/relationships/tags" Target="../tags/tag191.xml"/><Relationship Id="rId11" Type="http://schemas.openxmlformats.org/officeDocument/2006/relationships/tags" Target="../tags/tag196.xml"/><Relationship Id="rId5" Type="http://schemas.openxmlformats.org/officeDocument/2006/relationships/tags" Target="../tags/tag190.xml"/><Relationship Id="rId15" Type="http://schemas.openxmlformats.org/officeDocument/2006/relationships/image" Target="../media/image3.png"/><Relationship Id="rId10" Type="http://schemas.openxmlformats.org/officeDocument/2006/relationships/tags" Target="../tags/tag195.xml"/><Relationship Id="rId4" Type="http://schemas.openxmlformats.org/officeDocument/2006/relationships/tags" Target="../tags/tag189.xml"/><Relationship Id="rId9" Type="http://schemas.openxmlformats.org/officeDocument/2006/relationships/tags" Target="../tags/tag194.xml"/><Relationship Id="rId14" Type="http://schemas.openxmlformats.org/officeDocument/2006/relationships/image" Target="file:///C:\Users\1V994W2\PycharmProjects\PPT_Background_Generation/pic_temp/0_pic_quater_right_down.png" TargetMode="Externa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204.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99.xml"/><Relationship Id="rId7" Type="http://schemas.openxmlformats.org/officeDocument/2006/relationships/tags" Target="../tags/tag203.xml"/><Relationship Id="rId12" Type="http://schemas.openxmlformats.org/officeDocument/2006/relationships/image" Target="../media/image3.png"/><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tags" Target="../tags/tag202.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201.xml"/><Relationship Id="rId10" Type="http://schemas.openxmlformats.org/officeDocument/2006/relationships/image" Target="../media/image2.png"/><Relationship Id="rId4" Type="http://schemas.openxmlformats.org/officeDocument/2006/relationships/tags" Target="../tags/tag200.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218.xml"/><Relationship Id="rId3" Type="http://schemas.openxmlformats.org/officeDocument/2006/relationships/tags" Target="../tags/tag213.xml"/><Relationship Id="rId7" Type="http://schemas.openxmlformats.org/officeDocument/2006/relationships/tags" Target="../tags/tag217.xml"/><Relationship Id="rId12" Type="http://schemas.openxmlformats.org/officeDocument/2006/relationships/image" Target="file:///C:\Users\1V994W2\PycharmProjects\PPT_Background_Generation/pic_temp/pic_sup.png" TargetMode="External"/><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image" Target="../media/image7.png"/><Relationship Id="rId5" Type="http://schemas.openxmlformats.org/officeDocument/2006/relationships/tags" Target="../tags/tag215.xml"/><Relationship Id="rId10" Type="http://schemas.openxmlformats.org/officeDocument/2006/relationships/slideMaster" Target="../slideMasters/slideMaster3.xml"/><Relationship Id="rId4" Type="http://schemas.openxmlformats.org/officeDocument/2006/relationships/tags" Target="../tags/tag214.xml"/><Relationship Id="rId9" Type="http://schemas.openxmlformats.org/officeDocument/2006/relationships/tags" Target="../tags/tag219.xml"/></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22.xml"/><Relationship Id="rId7" Type="http://schemas.openxmlformats.org/officeDocument/2006/relationships/tags" Target="../tags/tag226.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tags" Target="../tags/tag225.xml"/><Relationship Id="rId11" Type="http://schemas.openxmlformats.org/officeDocument/2006/relationships/image" Target="../media/image9.png"/><Relationship Id="rId5" Type="http://schemas.openxmlformats.org/officeDocument/2006/relationships/tags" Target="../tags/tag224.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223.xml"/><Relationship Id="rId9"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229.xml"/><Relationship Id="rId7" Type="http://schemas.openxmlformats.org/officeDocument/2006/relationships/slideMaster" Target="../slideMasters/slideMaster3.xml"/><Relationship Id="rId2" Type="http://schemas.openxmlformats.org/officeDocument/2006/relationships/tags" Target="../tags/tag228.xml"/><Relationship Id="rId1" Type="http://schemas.openxmlformats.org/officeDocument/2006/relationships/tags" Target="../tags/tag227.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9" Type="http://schemas.openxmlformats.org/officeDocument/2006/relationships/image" Target="file:///C:\Users\1V994W2\PycharmProjects\PPT_Background_Generation/pic_temp/pic_half_right.png" TargetMode="Externa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40.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235.xml"/><Relationship Id="rId7" Type="http://schemas.openxmlformats.org/officeDocument/2006/relationships/tags" Target="../tags/tag239.xml"/><Relationship Id="rId12" Type="http://schemas.openxmlformats.org/officeDocument/2006/relationships/image" Target="../media/image9.png"/><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tags" Target="../tags/tag238.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237.xml"/><Relationship Id="rId10" Type="http://schemas.openxmlformats.org/officeDocument/2006/relationships/image" Target="../media/image8.png"/><Relationship Id="rId4" Type="http://schemas.openxmlformats.org/officeDocument/2006/relationships/tags" Target="../tags/tag236.xml"/><Relationship Id="rId9"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248.xml"/><Relationship Id="rId13"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243.xml"/><Relationship Id="rId7" Type="http://schemas.openxmlformats.org/officeDocument/2006/relationships/tags" Target="../tags/tag247.xml"/><Relationship Id="rId12" Type="http://schemas.openxmlformats.org/officeDocument/2006/relationships/image" Target="../media/image8.png"/><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11" Type="http://schemas.openxmlformats.org/officeDocument/2006/relationships/slideMaster" Target="../slideMasters/slideMaster3.xml"/><Relationship Id="rId5" Type="http://schemas.openxmlformats.org/officeDocument/2006/relationships/tags" Target="../tags/tag245.xml"/><Relationship Id="rId15" Type="http://schemas.openxmlformats.org/officeDocument/2006/relationships/image" Target="file:///C:\Users\1V994W2\PycharmProjects\PPT_Background_Generation/pic_temp/1_pic_quater_right_up.png" TargetMode="External"/><Relationship Id="rId10" Type="http://schemas.openxmlformats.org/officeDocument/2006/relationships/tags" Target="../tags/tag250.xml"/><Relationship Id="rId4" Type="http://schemas.openxmlformats.org/officeDocument/2006/relationships/tags" Target="../tags/tag244.xml"/><Relationship Id="rId9" Type="http://schemas.openxmlformats.org/officeDocument/2006/relationships/tags" Target="../tags/tag249.xml"/><Relationship Id="rId14"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53.xml"/><Relationship Id="rId7" Type="http://schemas.openxmlformats.org/officeDocument/2006/relationships/slideMaster" Target="../slideMasters/slideMaster3.xml"/><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tags" Target="../tags/tag256.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255.xml"/><Relationship Id="rId10" Type="http://schemas.openxmlformats.org/officeDocument/2006/relationships/image" Target="../media/image9.png"/><Relationship Id="rId4" Type="http://schemas.openxmlformats.org/officeDocument/2006/relationships/tags" Target="../tags/tag254.xml"/><Relationship Id="rId9" Type="http://schemas.openxmlformats.org/officeDocument/2006/relationships/image" Target="file:///C:\Users\1V994W2\Documents\Tencent%20Files\574576071\FileRecv\&#25340;&#35013;&#32032;&#26448;\forleft%201-23\\22\subject_holdright_64,64,64_0_staid_full_0.png" TargetMode="Externa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 Id="rId4"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267.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262.xml"/><Relationship Id="rId7" Type="http://schemas.openxmlformats.org/officeDocument/2006/relationships/tags" Target="../tags/tag266.xml"/><Relationship Id="rId12" Type="http://schemas.openxmlformats.org/officeDocument/2006/relationships/image" Target="../media/image9.png"/><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tags" Target="../tags/tag265.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264.xml"/><Relationship Id="rId10" Type="http://schemas.openxmlformats.org/officeDocument/2006/relationships/image" Target="../media/image8.png"/><Relationship Id="rId4" Type="http://schemas.openxmlformats.org/officeDocument/2006/relationships/tags" Target="../tags/tag263.xml"/><Relationship Id="rId9"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70.xml"/><Relationship Id="rId7" Type="http://schemas.openxmlformats.org/officeDocument/2006/relationships/tags" Target="../tags/tag274.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269.xml"/><Relationship Id="rId1" Type="http://schemas.openxmlformats.org/officeDocument/2006/relationships/tags" Target="../tags/tag268.xml"/><Relationship Id="rId6" Type="http://schemas.openxmlformats.org/officeDocument/2006/relationships/tags" Target="../tags/tag273.xml"/><Relationship Id="rId11" Type="http://schemas.openxmlformats.org/officeDocument/2006/relationships/image" Target="../media/image9.png"/><Relationship Id="rId5" Type="http://schemas.openxmlformats.org/officeDocument/2006/relationships/tags" Target="../tags/tag272.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271.xml"/><Relationship Id="rId9" Type="http://schemas.openxmlformats.org/officeDocument/2006/relationships/image" Target="../media/image8.pn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77.xml"/><Relationship Id="rId7" Type="http://schemas.openxmlformats.org/officeDocument/2006/relationships/slideMaster" Target="../slideMasters/slideMaster3.xml"/><Relationship Id="rId2" Type="http://schemas.openxmlformats.org/officeDocument/2006/relationships/tags" Target="../tags/tag276.xml"/><Relationship Id="rId1" Type="http://schemas.openxmlformats.org/officeDocument/2006/relationships/tags" Target="../tags/tag275.xml"/><Relationship Id="rId6" Type="http://schemas.openxmlformats.org/officeDocument/2006/relationships/tags" Target="../tags/tag280.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279.xml"/><Relationship Id="rId10" Type="http://schemas.openxmlformats.org/officeDocument/2006/relationships/image" Target="../media/image9.png"/><Relationship Id="rId4" Type="http://schemas.openxmlformats.org/officeDocument/2006/relationships/tags" Target="../tags/tag278.xml"/><Relationship Id="rId9" Type="http://schemas.openxmlformats.org/officeDocument/2006/relationships/image" Target="file:///C:\Users\1V994W2\PycharmProjects\PPT_Background_Generation/pic_temp/0_pic_quater_left_up.png" TargetMode="External"/></Relationships>
</file>

<file path=ppt/slideLayouts/_rels/slideLayout4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83.xml"/><Relationship Id="rId7" Type="http://schemas.openxmlformats.org/officeDocument/2006/relationships/tags" Target="../tags/tag287.xml"/><Relationship Id="rId2" Type="http://schemas.openxmlformats.org/officeDocument/2006/relationships/tags" Target="../tags/tag282.xml"/><Relationship Id="rId1" Type="http://schemas.openxmlformats.org/officeDocument/2006/relationships/tags" Target="../tags/tag281.xml"/><Relationship Id="rId6" Type="http://schemas.openxmlformats.org/officeDocument/2006/relationships/tags" Target="../tags/tag286.xml"/><Relationship Id="rId5" Type="http://schemas.openxmlformats.org/officeDocument/2006/relationships/tags" Target="../tags/tag285.xml"/><Relationship Id="rId10" Type="http://schemas.openxmlformats.org/officeDocument/2006/relationships/image" Target="file:///C:\Users\1V994W2\PycharmProjects\PPT_Background_Generation/pic_temp/pic_sup.png" TargetMode="External"/><Relationship Id="rId4" Type="http://schemas.openxmlformats.org/officeDocument/2006/relationships/tags" Target="../tags/tag284.xml"/><Relationship Id="rId9" Type="http://schemas.openxmlformats.org/officeDocument/2006/relationships/image" Target="../media/image7.pn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90.xml"/><Relationship Id="rId7" Type="http://schemas.openxmlformats.org/officeDocument/2006/relationships/slideMaster" Target="../slideMasters/slideMaster3.xml"/><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tags" Target="../tags/tag293.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292.xml"/><Relationship Id="rId10" Type="http://schemas.openxmlformats.org/officeDocument/2006/relationships/image" Target="../media/image9.png"/><Relationship Id="rId4" Type="http://schemas.openxmlformats.org/officeDocument/2006/relationships/tags" Target="../tags/tag291.xml"/><Relationship Id="rId9" Type="http://schemas.openxmlformats.org/officeDocument/2006/relationships/image" Target="file:///C:\Users\1V994W2\PycharmProjects\PPT_Background_Generation/pic_temp/0_pic_quater_left_up.png" TargetMode="Externa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301.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296.xml"/><Relationship Id="rId7" Type="http://schemas.openxmlformats.org/officeDocument/2006/relationships/tags" Target="../tags/tag300.xml"/><Relationship Id="rId12" Type="http://schemas.openxmlformats.org/officeDocument/2006/relationships/image" Target="../media/image9.png"/><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298.xml"/><Relationship Id="rId10" Type="http://schemas.openxmlformats.org/officeDocument/2006/relationships/image" Target="../media/image8.png"/><Relationship Id="rId4" Type="http://schemas.openxmlformats.org/officeDocument/2006/relationships/tags" Target="../tags/tag297.xml"/><Relationship Id="rId9"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309.xml"/><Relationship Id="rId3" Type="http://schemas.openxmlformats.org/officeDocument/2006/relationships/tags" Target="../tags/tag304.xml"/><Relationship Id="rId7" Type="http://schemas.openxmlformats.org/officeDocument/2006/relationships/tags" Target="../tags/tag308.xml"/><Relationship Id="rId2" Type="http://schemas.openxmlformats.org/officeDocument/2006/relationships/tags" Target="../tags/tag303.xml"/><Relationship Id="rId1" Type="http://schemas.openxmlformats.org/officeDocument/2006/relationships/tags" Target="../tags/tag302.xml"/><Relationship Id="rId6" Type="http://schemas.openxmlformats.org/officeDocument/2006/relationships/tags" Target="../tags/tag307.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306.xml"/><Relationship Id="rId10" Type="http://schemas.openxmlformats.org/officeDocument/2006/relationships/image" Target="../media/image8.png"/><Relationship Id="rId4" Type="http://schemas.openxmlformats.org/officeDocument/2006/relationships/tags" Target="../tags/tag305.xml"/><Relationship Id="rId9"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317.xml"/><Relationship Id="rId13" Type="http://schemas.openxmlformats.org/officeDocument/2006/relationships/image" Target="../media/image9.png"/><Relationship Id="rId3" Type="http://schemas.openxmlformats.org/officeDocument/2006/relationships/tags" Target="../tags/tag312.xml"/><Relationship Id="rId7" Type="http://schemas.openxmlformats.org/officeDocument/2006/relationships/tags" Target="../tags/tag316.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311.xml"/><Relationship Id="rId1" Type="http://schemas.openxmlformats.org/officeDocument/2006/relationships/tags" Target="../tags/tag310.xml"/><Relationship Id="rId6" Type="http://schemas.openxmlformats.org/officeDocument/2006/relationships/tags" Target="../tags/tag315.xml"/><Relationship Id="rId11" Type="http://schemas.openxmlformats.org/officeDocument/2006/relationships/image" Target="../media/image8.png"/><Relationship Id="rId5" Type="http://schemas.openxmlformats.org/officeDocument/2006/relationships/tags" Target="../tags/tag314.xml"/><Relationship Id="rId10" Type="http://schemas.openxmlformats.org/officeDocument/2006/relationships/slideMaster" Target="../slideMasters/slideMaster3.xml"/><Relationship Id="rId4" Type="http://schemas.openxmlformats.org/officeDocument/2006/relationships/tags" Target="../tags/tag313.xml"/><Relationship Id="rId9" Type="http://schemas.openxmlformats.org/officeDocument/2006/relationships/tags" Target="../tags/tag318.xml"/><Relationship Id="rId14" Type="http://schemas.openxmlformats.org/officeDocument/2006/relationships/image" Target="file:///C:\Users\1V994W2\PycharmProjects\PPT_Background_Generation/pic_temp/1_pic_quater_right_up.png" TargetMode="External"/></Relationships>
</file>

<file path=ppt/slideLayouts/_rels/slideLayout45.xml.rels><?xml version="1.0" encoding="UTF-8" standalone="yes"?>
<Relationships xmlns="http://schemas.openxmlformats.org/package/2006/relationships"><Relationship Id="rId8" Type="http://schemas.openxmlformats.org/officeDocument/2006/relationships/tags" Target="../tags/tag326.xml"/><Relationship Id="rId13" Type="http://schemas.openxmlformats.org/officeDocument/2006/relationships/image" Target="../media/image9.png"/><Relationship Id="rId3" Type="http://schemas.openxmlformats.org/officeDocument/2006/relationships/tags" Target="../tags/tag321.xml"/><Relationship Id="rId7" Type="http://schemas.openxmlformats.org/officeDocument/2006/relationships/tags" Target="../tags/tag325.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320.xml"/><Relationship Id="rId1" Type="http://schemas.openxmlformats.org/officeDocument/2006/relationships/tags" Target="../tags/tag319.xml"/><Relationship Id="rId6" Type="http://schemas.openxmlformats.org/officeDocument/2006/relationships/tags" Target="../tags/tag324.xml"/><Relationship Id="rId11" Type="http://schemas.openxmlformats.org/officeDocument/2006/relationships/image" Target="../media/image8.png"/><Relationship Id="rId5" Type="http://schemas.openxmlformats.org/officeDocument/2006/relationships/tags" Target="../tags/tag323.xml"/><Relationship Id="rId10" Type="http://schemas.openxmlformats.org/officeDocument/2006/relationships/slideMaster" Target="../slideMasters/slideMaster3.xml"/><Relationship Id="rId4" Type="http://schemas.openxmlformats.org/officeDocument/2006/relationships/tags" Target="../tags/tag322.xml"/><Relationship Id="rId9" Type="http://schemas.openxmlformats.org/officeDocument/2006/relationships/tags" Target="../tags/tag327.xml"/><Relationship Id="rId14" Type="http://schemas.openxmlformats.org/officeDocument/2006/relationships/image" Target="file:///C:\Users\1V994W2\PycharmProjects\PPT_Background_Generation/pic_temp/1_pic_quater_right_up.png" TargetMode="Externa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335.xml"/><Relationship Id="rId13" Type="http://schemas.openxmlformats.org/officeDocument/2006/relationships/image" Target="../media/image8.png"/><Relationship Id="rId3" Type="http://schemas.openxmlformats.org/officeDocument/2006/relationships/tags" Target="../tags/tag330.xml"/><Relationship Id="rId7" Type="http://schemas.openxmlformats.org/officeDocument/2006/relationships/tags" Target="../tags/tag334.xml"/><Relationship Id="rId12" Type="http://schemas.openxmlformats.org/officeDocument/2006/relationships/slideMaster" Target="../slideMasters/slideMaster3.xml"/><Relationship Id="rId2" Type="http://schemas.openxmlformats.org/officeDocument/2006/relationships/tags" Target="../tags/tag329.xml"/><Relationship Id="rId16" Type="http://schemas.openxmlformats.org/officeDocument/2006/relationships/image" Target="file:///C:\Users\1V994W2\PycharmProjects\PPT_Background_Generation/pic_temp/1_pic_quater_right_up.png" TargetMode="External"/><Relationship Id="rId1" Type="http://schemas.openxmlformats.org/officeDocument/2006/relationships/tags" Target="../tags/tag328.xml"/><Relationship Id="rId6" Type="http://schemas.openxmlformats.org/officeDocument/2006/relationships/tags" Target="../tags/tag333.xml"/><Relationship Id="rId11" Type="http://schemas.openxmlformats.org/officeDocument/2006/relationships/tags" Target="../tags/tag338.xml"/><Relationship Id="rId5" Type="http://schemas.openxmlformats.org/officeDocument/2006/relationships/tags" Target="../tags/tag332.xml"/><Relationship Id="rId15" Type="http://schemas.openxmlformats.org/officeDocument/2006/relationships/image" Target="../media/image9.png"/><Relationship Id="rId10" Type="http://schemas.openxmlformats.org/officeDocument/2006/relationships/tags" Target="../tags/tag337.xml"/><Relationship Id="rId4" Type="http://schemas.openxmlformats.org/officeDocument/2006/relationships/tags" Target="../tags/tag331.xml"/><Relationship Id="rId9" Type="http://schemas.openxmlformats.org/officeDocument/2006/relationships/tags" Target="../tags/tag336.xml"/><Relationship Id="rId14" Type="http://schemas.openxmlformats.org/officeDocument/2006/relationships/image" Target="file:///C:\Users\1V994W2\PycharmProjects\PPT_Background_Generation/pic_temp/0_pic_quater_left_up.png" TargetMode="External"/></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346.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341.xml"/><Relationship Id="rId7" Type="http://schemas.openxmlformats.org/officeDocument/2006/relationships/tags" Target="../tags/tag345.xml"/><Relationship Id="rId12" Type="http://schemas.openxmlformats.org/officeDocument/2006/relationships/image" Target="../media/image9.png"/><Relationship Id="rId2" Type="http://schemas.openxmlformats.org/officeDocument/2006/relationships/tags" Target="../tags/tag340.xml"/><Relationship Id="rId1" Type="http://schemas.openxmlformats.org/officeDocument/2006/relationships/tags" Target="../tags/tag339.xml"/><Relationship Id="rId6" Type="http://schemas.openxmlformats.org/officeDocument/2006/relationships/tags" Target="../tags/tag344.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343.xml"/><Relationship Id="rId10" Type="http://schemas.openxmlformats.org/officeDocument/2006/relationships/image" Target="../media/image8.png"/><Relationship Id="rId4" Type="http://schemas.openxmlformats.org/officeDocument/2006/relationships/tags" Target="../tags/tag342.xml"/><Relationship Id="rId9"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2020/4/2</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914400" marR="0" lvl="2"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371600" marR="0" lvl="3"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1828800" marR="0" lvl="4"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微软雅黑" panose="020B0503020204020204" pitchFamily="34" charset="-122"/>
              </a:defRPr>
            </a:lvl4pPr>
            <a:lvl5pPr>
              <a:lnSpc>
                <a:spcPct val="13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2020/4/2</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2020/4/2</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2020/4/2</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1264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hasCustomPrompt="1"/>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4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dirty="0">
                <a:sym typeface="+mn-ea"/>
              </a:rPr>
              <a:t>单击此处编辑文本</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2020/4/2</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hasCustomPrompt="1"/>
            <p:custDataLst>
              <p:tags r:id="rId2"/>
            </p:custDataLst>
          </p:nvPr>
        </p:nvSpPr>
        <p:spPr>
          <a:xfrm>
            <a:off x="914400" y="914400"/>
            <a:ext cx="9169200" cy="5029200"/>
          </a:xfrm>
        </p:spPr>
        <p:txBody>
          <a:bodyPr vert="eaVert" lIns="46800" tIns="46800" rIns="46800" bIns="46800"/>
          <a:lstStyle>
            <a:lvl1pPr indent="0" eaLnBrk="1" fontAlgn="auto" latinLnBrk="0" hangingPunct="1">
              <a:lnSpc>
                <a:spcPct val="160000"/>
              </a:lnSpc>
              <a:spcAft>
                <a:spcPts val="1600"/>
              </a:spcAft>
              <a:buNone/>
              <a:defRPr spc="300" baseline="0">
                <a:solidFill>
                  <a:schemeClr val="tx1">
                    <a:lumMod val="65000"/>
                    <a:lumOff val="35000"/>
                  </a:schemeClr>
                </a:solidFill>
              </a:defRPr>
            </a:lvl1pPr>
            <a:lvl2pPr indent="0" eaLnBrk="1" fontAlgn="auto" latinLnBrk="0" hangingPunct="1">
              <a:lnSpc>
                <a:spcPct val="160000"/>
              </a:lnSpc>
              <a:spcAft>
                <a:spcPts val="1600"/>
              </a:spcAft>
              <a:buNone/>
              <a:defRPr spc="300" baseline="0">
                <a:solidFill>
                  <a:schemeClr val="tx1">
                    <a:lumMod val="65000"/>
                    <a:lumOff val="35000"/>
                  </a:schemeClr>
                </a:solidFill>
              </a:defRPr>
            </a:lvl2pPr>
            <a:lvl3pPr indent="0" eaLnBrk="1" fontAlgn="auto" latinLnBrk="0" hangingPunct="1">
              <a:lnSpc>
                <a:spcPct val="160000"/>
              </a:lnSpc>
              <a:spcAft>
                <a:spcPts val="1600"/>
              </a:spcAft>
              <a:buNone/>
              <a:defRPr spc="300" baseline="0">
                <a:solidFill>
                  <a:schemeClr val="tx1">
                    <a:lumMod val="65000"/>
                    <a:lumOff val="35000"/>
                  </a:schemeClr>
                </a:solidFill>
              </a:defRPr>
            </a:lvl3pPr>
            <a:lvl4pPr indent="0" eaLnBrk="1" fontAlgn="auto" latinLnBrk="0" hangingPunct="1">
              <a:lnSpc>
                <a:spcPct val="160000"/>
              </a:lnSpc>
              <a:spcAft>
                <a:spcPts val="1600"/>
              </a:spcAft>
              <a:buNone/>
              <a:defRPr spc="300" baseline="0">
                <a:solidFill>
                  <a:schemeClr val="tx1">
                    <a:lumMod val="65000"/>
                    <a:lumOff val="35000"/>
                  </a:schemeClr>
                </a:solidFill>
              </a:defRPr>
            </a:lvl4pPr>
            <a:lvl5pPr indent="0" eaLnBrk="1" fontAlgn="auto" latinLnBrk="0" hangingPunct="1">
              <a:lnSpc>
                <a:spcPct val="160000"/>
              </a:lnSpc>
              <a:spcAft>
                <a:spcPts val="1600"/>
              </a:spcAft>
              <a:buNone/>
              <a:defRPr spc="300" baseline="0">
                <a:solidFill>
                  <a:schemeClr val="tx1">
                    <a:lumMod val="65000"/>
                    <a:lumOff val="35000"/>
                  </a:schemeClr>
                </a:solidFill>
              </a:defRPr>
            </a:lvl5pPr>
          </a:lstStyle>
          <a:p>
            <a:pPr lvl="0"/>
            <a:r>
              <a:rPr lang="zh-CN" altLang="en-US" dirty="0"/>
              <a:t>单击此处编辑文本</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a:lnSpc>
                <a:spcPct val="130000"/>
              </a:lnSpc>
              <a:buFont typeface="Wingdings" panose="05000000000000000000" pitchFamily="2" charset="2"/>
              <a:buChar char="l"/>
              <a:defRPr spc="150" baseline="0">
                <a:solidFill>
                  <a:schemeClr val="tx1">
                    <a:lumMod val="65000"/>
                    <a:lumOff val="35000"/>
                  </a:schemeClr>
                </a:solidFill>
              </a:defRPr>
            </a:lvl1pPr>
            <a:lvl2pPr marL="685800" indent="-228600">
              <a:lnSpc>
                <a:spcPct val="130000"/>
              </a:lnSpc>
              <a:buFont typeface="Wingdings" panose="05000000000000000000" pitchFamily="2" charset="2"/>
              <a:buChar char="l"/>
              <a:defRPr spc="150" baseline="0">
                <a:solidFill>
                  <a:schemeClr val="tx1">
                    <a:lumMod val="65000"/>
                    <a:lumOff val="35000"/>
                  </a:schemeClr>
                </a:solidFill>
              </a:defRPr>
            </a:lvl2pPr>
            <a:lvl3pPr marL="1143000" indent="-228600">
              <a:lnSpc>
                <a:spcPct val="130000"/>
              </a:lnSpc>
              <a:buFont typeface="Wingdings" panose="05000000000000000000" pitchFamily="2" charset="2"/>
              <a:buChar char="l"/>
              <a:defRPr spc="150" baseline="0">
                <a:solidFill>
                  <a:schemeClr val="tx1">
                    <a:lumMod val="65000"/>
                    <a:lumOff val="35000"/>
                  </a:schemeClr>
                </a:solidFill>
              </a:defRPr>
            </a:lvl3pPr>
            <a:lvl4pPr marL="1600200" indent="-228600">
              <a:lnSpc>
                <a:spcPct val="130000"/>
              </a:lnSpc>
              <a:buFont typeface="Wingdings" panose="05000000000000000000" pitchFamily="2" charset="2"/>
              <a:buChar char="l"/>
              <a:defRPr spc="150" baseline="0">
                <a:solidFill>
                  <a:schemeClr val="tx1">
                    <a:lumMod val="65000"/>
                    <a:lumOff val="35000"/>
                  </a:schemeClr>
                </a:solidFill>
              </a:defRPr>
            </a:lvl4pPr>
            <a:lvl5pPr marL="2057400" indent="-228600">
              <a:lnSpc>
                <a:spcPct val="130000"/>
              </a:lnSpc>
              <a:buFont typeface="Wingdings" panose="05000000000000000000" pitchFamily="2" charset="2"/>
              <a:buChar char="l"/>
              <a:defRPr spc="150" baseline="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userDrawn="1">
            <p:custDataLst>
              <p:tags r:id="rId1"/>
            </p:custDataLst>
          </p:nvPr>
        </p:nvPicPr>
        <p:blipFill>
          <a:blip r:embed="rId11" r:link="rId12" cstate="email"/>
          <a:stretch>
            <a:fillRect/>
          </a:stretch>
        </p:blipFill>
        <p:spPr>
          <a:xfrm>
            <a:off x="0" y="0"/>
            <a:ext cx="12192000" cy="6858000"/>
          </a:xfrm>
          <a:prstGeom prst="rect">
            <a:avLst/>
          </a:prstGeom>
        </p:spPr>
      </p:pic>
      <p:sp>
        <p:nvSpPr>
          <p:cNvPr id="16" name="日期占位符 15"/>
          <p:cNvSpPr>
            <a:spLocks noGrp="1"/>
          </p:cNvSpPr>
          <p:nvPr>
            <p:ph type="dt" sz="half" idx="10"/>
            <p:custDataLst>
              <p:tags r:id="rId2"/>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17" name="页脚占位符 16"/>
          <p:cNvSpPr>
            <a:spLocks noGrp="1"/>
          </p:cNvSpPr>
          <p:nvPr>
            <p:ph type="ftr" sz="quarter" idx="11"/>
            <p:custDataLst>
              <p:tags r:id="rId3"/>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2" name="标题 1"/>
          <p:cNvSpPr>
            <a:spLocks noGrp="1"/>
          </p:cNvSpPr>
          <p:nvPr>
            <p:ph type="ctrTitle" idx="13" hasCustomPrompt="1"/>
            <p:custDataLst>
              <p:tags r:id="rId5"/>
            </p:custDataLst>
          </p:nvPr>
        </p:nvSpPr>
        <p:spPr>
          <a:xfrm>
            <a:off x="6188529" y="2622101"/>
            <a:ext cx="5657850" cy="833301"/>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5400" b="0" spc="600">
                <a:solidFill>
                  <a:schemeClr val="tx1"/>
                </a:solidFill>
                <a:latin typeface="Arial" panose="020B0604020202020204" pitchFamily="34" charset="0"/>
                <a:ea typeface="汉仪旗黑-85S" panose="00020600040101010101" pitchFamily="18" charset="-122"/>
              </a:defRPr>
            </a:lvl1pPr>
          </a:lstStyle>
          <a:p>
            <a:r>
              <a:rPr lang="zh-CN" altLang="en-US" dirty="0"/>
              <a:t>编辑标题</a:t>
            </a:r>
          </a:p>
        </p:txBody>
      </p:sp>
      <p:sp>
        <p:nvSpPr>
          <p:cNvPr id="4" name="文本占位符 3"/>
          <p:cNvSpPr>
            <a:spLocks noGrp="1"/>
          </p:cNvSpPr>
          <p:nvPr>
            <p:ph type="body" sz="quarter" idx="14" hasCustomPrompt="1"/>
            <p:custDataLst>
              <p:tags r:id="rId6"/>
            </p:custDataLst>
          </p:nvPr>
        </p:nvSpPr>
        <p:spPr>
          <a:xfrm>
            <a:off x="6188075" y="3799571"/>
            <a:ext cx="5280025" cy="473075"/>
          </a:xfrm>
        </p:spPr>
        <p:txBody>
          <a:bodyPr>
            <a:noAutofit/>
          </a:bodyPr>
          <a:lstStyle>
            <a:lvl1pPr marL="0" indent="0">
              <a:spcAft>
                <a:spcPts val="0"/>
              </a:spcAft>
              <a:buNone/>
              <a:defRPr sz="2000" spc="200" baseline="0">
                <a:solidFill>
                  <a:schemeClr val="tx1">
                    <a:lumMod val="65000"/>
                    <a:lumOff val="35000"/>
                  </a:schemeClr>
                </a:solidFill>
              </a:defRPr>
            </a:lvl1pPr>
          </a:lstStyle>
          <a:p>
            <a:pPr lvl="0"/>
            <a:r>
              <a:rPr lang="zh-CN" altLang="en-US" dirty="0"/>
              <a:t>单击此处编辑副标题</a:t>
            </a:r>
          </a:p>
        </p:txBody>
      </p:sp>
      <p:cxnSp>
        <p:nvCxnSpPr>
          <p:cNvPr id="7" name="直接连接符 6"/>
          <p:cNvCxnSpPr/>
          <p:nvPr userDrawn="1">
            <p:custDataLst>
              <p:tags r:id="rId7"/>
            </p:custDataLst>
          </p:nvPr>
        </p:nvCxnSpPr>
        <p:spPr>
          <a:xfrm>
            <a:off x="6280150" y="3627486"/>
            <a:ext cx="50927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文本占位符 8"/>
          <p:cNvSpPr>
            <a:spLocks noGrp="1"/>
          </p:cNvSpPr>
          <p:nvPr>
            <p:ph type="body" sz="quarter" idx="15" hasCustomPrompt="1"/>
            <p:custDataLst>
              <p:tags r:id="rId8"/>
            </p:custDataLst>
          </p:nvPr>
        </p:nvSpPr>
        <p:spPr>
          <a:xfrm>
            <a:off x="6188074" y="4485371"/>
            <a:ext cx="2162711" cy="473075"/>
          </a:xfrm>
        </p:spPr>
        <p:txBody>
          <a:bodyPr/>
          <a:lstStyle>
            <a:lvl1pPr marL="0" indent="0">
              <a:buNone/>
              <a:defRPr>
                <a:solidFill>
                  <a:schemeClr val="tx1">
                    <a:lumMod val="65000"/>
                    <a:lumOff val="35000"/>
                  </a:schemeClr>
                </a:solidFill>
              </a:defRPr>
            </a:lvl1pPr>
          </a:lstStyle>
          <a:p>
            <a:pPr lvl="0"/>
            <a:r>
              <a:rPr lang="zh-CN" altLang="en-US" dirty="0"/>
              <a:t>汇报人姓名</a:t>
            </a:r>
          </a:p>
        </p:txBody>
      </p:sp>
      <p:sp>
        <p:nvSpPr>
          <p:cNvPr id="13" name="文本占位符 8"/>
          <p:cNvSpPr>
            <a:spLocks noGrp="1"/>
          </p:cNvSpPr>
          <p:nvPr>
            <p:ph type="body" sz="quarter" idx="16" hasCustomPrompt="1"/>
            <p:custDataLst>
              <p:tags r:id="rId9"/>
            </p:custDataLst>
          </p:nvPr>
        </p:nvSpPr>
        <p:spPr>
          <a:xfrm>
            <a:off x="9290149" y="4485371"/>
            <a:ext cx="2162711" cy="473075"/>
          </a:xfrm>
        </p:spPr>
        <p:txBody>
          <a:bodyPr/>
          <a:lstStyle>
            <a:lvl1pPr marL="0" indent="0" algn="r">
              <a:buNone/>
              <a:defRPr>
                <a:solidFill>
                  <a:schemeClr val="tx1">
                    <a:lumMod val="65000"/>
                    <a:lumOff val="35000"/>
                  </a:schemeClr>
                </a:solidFill>
              </a:defRPr>
            </a:lvl1pPr>
          </a:lstStyle>
          <a:p>
            <a:pPr lvl="0"/>
            <a:r>
              <a:rPr lang="zh-CN" altLang="en-US" dirty="0"/>
              <a:t>汇报人姓名</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email"/>
          <a:stretch>
            <a:fillRect/>
          </a:stretch>
        </p:blipFill>
        <p:spPr>
          <a:xfrm>
            <a:off x="0" y="0"/>
            <a:ext cx="720090" cy="588767"/>
          </a:xfrm>
          <a:prstGeom prst="rect">
            <a:avLst/>
          </a:prstGeom>
        </p:spPr>
      </p:pic>
      <p:pic>
        <p:nvPicPr>
          <p:cNvPr id="7" name="图片 6"/>
          <p:cNvPicPr/>
          <p:nvPr userDrawn="1">
            <p:custDataLst>
              <p:tags r:id="rId2"/>
            </p:custDataLst>
          </p:nvPr>
        </p:nvPicPr>
        <p:blipFill>
          <a:blip r:embed="rId11" r:link="rId12" cstate="email"/>
          <a:stretch>
            <a:fillRect/>
          </a:stretch>
        </p:blipFill>
        <p:spPr>
          <a:xfrm>
            <a:off x="11471910" y="0"/>
            <a:ext cx="720090" cy="588767"/>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email"/>
          <a:stretch>
            <a:fillRect/>
          </a:stretch>
        </p:blipFill>
        <p:spPr>
          <a:xfrm>
            <a:off x="0" y="1397000"/>
            <a:ext cx="3612445" cy="4064000"/>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8579555" y="1397000"/>
            <a:ext cx="3612445" cy="4064000"/>
          </a:xfrm>
          <a:prstGeom prst="rect">
            <a:avLst/>
          </a:prstGeom>
        </p:spPr>
      </p:pic>
      <p:sp>
        <p:nvSpPr>
          <p:cNvPr id="7" name="矩形 6"/>
          <p:cNvSpPr/>
          <p:nvPr userDrawn="1">
            <p:custDataLst>
              <p:tags r:id="rId3"/>
            </p:custDataLst>
          </p:nvPr>
        </p:nvSpPr>
        <p:spPr>
          <a:xfrm>
            <a:off x="292075" y="303809"/>
            <a:ext cx="11607851" cy="6250382"/>
          </a:xfrm>
          <a:prstGeom prst="rect">
            <a:avLst/>
          </a:prstGeom>
          <a:solidFill>
            <a:schemeClr val="bg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日期占位符 3"/>
          <p:cNvSpPr>
            <a:spLocks noGrp="1"/>
          </p:cNvSpPr>
          <p:nvPr>
            <p:ph type="dt" sz="half" idx="10"/>
            <p:custDataLst>
              <p:tags r:id="rId4"/>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5"/>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6"/>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3" name="标题 2"/>
          <p:cNvSpPr>
            <a:spLocks noGrp="1"/>
          </p:cNvSpPr>
          <p:nvPr>
            <p:ph type="ctrTitle" idx="14" hasCustomPrompt="1"/>
            <p:custDataLst>
              <p:tags r:id="rId7"/>
            </p:custDataLst>
          </p:nvPr>
        </p:nvSpPr>
        <p:spPr>
          <a:xfrm>
            <a:off x="3376614" y="3052128"/>
            <a:ext cx="5438775" cy="714375"/>
          </a:xfrm>
        </p:spPr>
        <p:txBody>
          <a:bodyPr vert="horz" wrap="square" lIns="0" tIns="0" rIns="0" bIns="0" anchor="ctr" anchorCtr="0">
            <a:normAutofit/>
          </a:bodyPr>
          <a:lstStyle>
            <a:lvl1pPr marL="0" marR="0" indent="0" algn="l" defTabSz="914400" rtl="0" eaLnBrk="1" fontAlgn="auto" latinLnBrk="0" hangingPunct="1">
              <a:lnSpc>
                <a:spcPct val="120000"/>
              </a:lnSpc>
              <a:spcBef>
                <a:spcPct val="0"/>
              </a:spcBef>
              <a:spcAft>
                <a:spcPts val="0"/>
              </a:spcAft>
              <a:buClrTx/>
              <a:buSzPts val="3600"/>
              <a:buNone/>
              <a:defRPr sz="3600" b="0" spc="400">
                <a:solidFill>
                  <a:schemeClr val="tx1"/>
                </a:solidFill>
                <a:latin typeface="Arial" panose="020B0604020202020204" pitchFamily="34" charset="0"/>
                <a:ea typeface="汉仪旗黑-85S" panose="00020600040101010101" pitchFamily="18" charset="-122"/>
              </a:defRPr>
            </a:lvl1pPr>
          </a:lstStyle>
          <a:p>
            <a:r>
              <a:rPr lang="zh-CN" altLang="en-US"/>
              <a:t>编辑标题</a:t>
            </a:r>
          </a:p>
        </p:txBody>
      </p:sp>
      <p:sp>
        <p:nvSpPr>
          <p:cNvPr id="2" name="副标题 1"/>
          <p:cNvSpPr>
            <a:spLocks noGrp="1"/>
          </p:cNvSpPr>
          <p:nvPr>
            <p:ph type="subTitle" idx="13" hasCustomPrompt="1"/>
            <p:custDataLst>
              <p:tags r:id="rId8"/>
            </p:custDataLst>
          </p:nvPr>
        </p:nvSpPr>
        <p:spPr>
          <a:xfrm>
            <a:off x="3376614" y="3883343"/>
            <a:ext cx="5438775" cy="1067435"/>
          </a:xfrm>
        </p:spPr>
        <p:txBody>
          <a:bodyPr vert="horz" wrap="square" lIns="0" tIns="0" rIns="0" bIns="0" anchor="t" anchorCtr="0">
            <a:normAutofit/>
          </a:bodyPr>
          <a:lstStyle>
            <a:lvl1pPr marL="0" marR="0" indent="0" algn="l" defTabSz="914400" rtl="0" eaLnBrk="1" fontAlgn="auto" latinLnBrk="0" hangingPunct="1">
              <a:lnSpc>
                <a:spcPct val="130000"/>
              </a:lnSpc>
              <a:spcBef>
                <a:spcPts val="0"/>
              </a:spcBef>
              <a:spcAft>
                <a:spcPts val="0"/>
              </a:spcAft>
              <a:buClrTx/>
              <a:buSzPts val="1600"/>
              <a:buFont typeface="Arial" panose="020B0604020202020204" pitchFamily="34" charset="0"/>
              <a:buNone/>
              <a:defRPr sz="1600" b="0" spc="200">
                <a:solidFill>
                  <a:schemeClr val="tx1"/>
                </a:solidFill>
                <a:latin typeface="Arial" panose="020B0604020202020204" pitchFamily="34" charset="0"/>
                <a:ea typeface="微软雅黑"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单击此处编辑副标题</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email"/>
          <a:stretch>
            <a:fillRect/>
          </a:stretch>
        </p:blipFill>
        <p:spPr>
          <a:xfrm>
            <a:off x="0" y="0"/>
            <a:ext cx="720090" cy="58876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11471910" y="0"/>
            <a:ext cx="720090" cy="588767"/>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pitchFamily="34" charset="-122"/>
              </a:defRPr>
            </a:lvl1pPr>
            <a:lvl2pPr eaLnBrk="1" fontAlgn="auto" latinLnBrk="0" hangingPunct="1">
              <a:defRPr sz="1600">
                <a:solidFill>
                  <a:schemeClr val="tx1"/>
                </a:solidFill>
                <a:latin typeface="Arial" panose="020B0604020202020204" pitchFamily="34" charset="0"/>
                <a:ea typeface="微软雅黑" panose="020B0503020204020204" pitchFamily="34" charset="-122"/>
              </a:defRPr>
            </a:lvl2pPr>
            <a:lvl3pPr eaLnBrk="1" fontAlgn="auto" latinLnBrk="0" hangingPunct="1">
              <a:defRPr sz="1600">
                <a:solidFill>
                  <a:schemeClr val="tx1"/>
                </a:solidFill>
                <a:latin typeface="Arial" panose="020B0604020202020204" pitchFamily="34" charset="0"/>
                <a:ea typeface="微软雅黑" panose="020B0503020204020204" pitchFamily="34" charset="-122"/>
              </a:defRPr>
            </a:lvl3pPr>
            <a:lvl4pPr eaLnBrk="1" fontAlgn="auto" latinLnBrk="0" hangingPunct="1">
              <a:defRPr sz="1600">
                <a:solidFill>
                  <a:schemeClr val="tx1"/>
                </a:solidFill>
                <a:latin typeface="Arial" panose="020B0604020202020204" pitchFamily="34" charset="0"/>
                <a:ea typeface="微软雅黑" panose="020B0503020204020204" pitchFamily="34" charset="-122"/>
              </a:defRPr>
            </a:lvl4pPr>
            <a:lvl5pPr eaLnBrk="1" fontAlgn="auto" latinLnBrk="0" hangingPunct="1">
              <a:defRPr sz="160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6" name="页脚占位符 5"/>
          <p:cNvSpPr>
            <a:spLocks noGrp="1"/>
          </p:cNvSpPr>
          <p:nvPr>
            <p:ph type="ftr" sz="quarter" idx="11"/>
            <p:custDataLst>
              <p:tags r:id="rId7"/>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8"/>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2" r:link="rId13" cstate="email"/>
          <a:stretch>
            <a:fillRect/>
          </a:stretch>
        </p:blipFill>
        <p:spPr>
          <a:xfrm>
            <a:off x="0" y="0"/>
            <a:ext cx="720090" cy="588767"/>
          </a:xfrm>
          <a:prstGeom prst="rect">
            <a:avLst/>
          </a:prstGeom>
        </p:spPr>
      </p:pic>
      <p:pic>
        <p:nvPicPr>
          <p:cNvPr id="10" name="图片 9"/>
          <p:cNvPicPr/>
          <p:nvPr userDrawn="1">
            <p:custDataLst>
              <p:tags r:id="rId2"/>
            </p:custDataLst>
          </p:nvPr>
        </p:nvPicPr>
        <p:blipFill>
          <a:blip r:embed="rId14" r:link="rId15" cstate="email"/>
          <a:stretch>
            <a:fillRect/>
          </a:stretch>
        </p:blipFill>
        <p:spPr>
          <a:xfrm>
            <a:off x="11471910" y="0"/>
            <a:ext cx="720090" cy="588767"/>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8" name="页脚占位符 7"/>
          <p:cNvSpPr>
            <a:spLocks noGrp="1"/>
          </p:cNvSpPr>
          <p:nvPr>
            <p:ph type="ftr" sz="quarter" idx="11"/>
            <p:custDataLst>
              <p:tags r:id="rId9"/>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9" name="灯片编号占位符 8"/>
          <p:cNvSpPr>
            <a:spLocks noGrp="1"/>
          </p:cNvSpPr>
          <p:nvPr>
            <p:ph type="sldNum" sz="quarter" idx="12"/>
            <p:custDataLst>
              <p:tags r:id="rId10"/>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email"/>
          <a:stretch>
            <a:fillRect/>
          </a:stretch>
        </p:blipFill>
        <p:spPr>
          <a:xfrm>
            <a:off x="304800" y="2194560"/>
            <a:ext cx="4389120" cy="2468880"/>
          </a:xfrm>
          <a:prstGeom prst="rect">
            <a:avLst/>
          </a:prstGeom>
        </p:spPr>
      </p:pic>
      <p:pic>
        <p:nvPicPr>
          <p:cNvPr id="6" name="图片 5"/>
          <p:cNvPicPr/>
          <p:nvPr userDrawn="1">
            <p:custDataLst>
              <p:tags r:id="rId2"/>
            </p:custDataLst>
          </p:nvPr>
        </p:nvPicPr>
        <p:blipFill>
          <a:blip r:embed="rId10" r:link="rId11" cstate="email"/>
          <a:stretch>
            <a:fillRect/>
          </a:stretch>
        </p:blipFill>
        <p:spPr>
          <a:xfrm>
            <a:off x="11471910" y="6269233"/>
            <a:ext cx="720090" cy="588767"/>
          </a:xfrm>
          <a:prstGeom prst="rect">
            <a:avLst/>
          </a:prstGeom>
        </p:spPr>
      </p:pic>
      <p:sp>
        <p:nvSpPr>
          <p:cNvPr id="2" name="标题 1"/>
          <p:cNvSpPr>
            <a:spLocks noGrp="1"/>
          </p:cNvSpPr>
          <p:nvPr>
            <p:ph type="title"/>
            <p:custDataLst>
              <p:tags r:id="rId3"/>
            </p:custDataLst>
          </p:nvPr>
        </p:nvSpPr>
        <p:spPr>
          <a:xfrm>
            <a:off x="669882" y="443230"/>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3" name="页脚占位符 2"/>
          <p:cNvSpPr>
            <a:spLocks noGrp="1"/>
          </p:cNvSpPr>
          <p:nvPr>
            <p:ph type="ftr" sz="quarter" idx="11"/>
            <p:custDataLst>
              <p:tags r:id="rId2"/>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email"/>
          <a:stretch>
            <a:fillRect/>
          </a:stretch>
        </p:blipFill>
        <p:spPr>
          <a:xfrm>
            <a:off x="0" y="0"/>
            <a:ext cx="720090" cy="58876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11471910" y="0"/>
            <a:ext cx="720090" cy="588767"/>
          </a:xfrm>
          <a:prstGeom prst="rect">
            <a:avLst/>
          </a:prstGeom>
        </p:spPr>
      </p:pic>
      <p:sp>
        <p:nvSpPr>
          <p:cNvPr id="2" name="标题 1"/>
          <p:cNvSpPr>
            <a:spLocks noGrp="1"/>
          </p:cNvSpPr>
          <p:nvPr>
            <p:ph type="title"/>
            <p:custDataLst>
              <p:tags r:id="rId3"/>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9EFD9D74-47D9-4702-A33C-335B63B48DBF}" type="datetimeFigureOut">
              <a:rPr lang="zh-CN" altLang="en-US" smtClean="0"/>
              <a:t>2020/4/2</a:t>
            </a:fld>
            <a:endParaRPr lang="zh-CN" altLang="en-US" dirty="0"/>
          </a:p>
        </p:txBody>
      </p:sp>
      <p:sp>
        <p:nvSpPr>
          <p:cNvPr id="6" name="页脚占位符 5"/>
          <p:cNvSpPr>
            <a:spLocks noGrp="1"/>
          </p:cNvSpPr>
          <p:nvPr>
            <p:ph type="ftr" sz="quarter" idx="11"/>
            <p:custDataLst>
              <p:tags r:id="rId7"/>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2"/>
            <p:custDataLst>
              <p:tags r:id="rId8"/>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email"/>
          <a:stretch>
            <a:fillRect/>
          </a:stretch>
        </p:blipFill>
        <p:spPr>
          <a:xfrm>
            <a:off x="0" y="0"/>
            <a:ext cx="720090" cy="588767"/>
          </a:xfrm>
          <a:prstGeom prst="rect">
            <a:avLst/>
          </a:prstGeom>
        </p:spPr>
      </p:pic>
      <p:pic>
        <p:nvPicPr>
          <p:cNvPr id="7" name="图片 6"/>
          <p:cNvPicPr/>
          <p:nvPr userDrawn="1">
            <p:custDataLst>
              <p:tags r:id="rId2"/>
            </p:custDataLst>
          </p:nvPr>
        </p:nvPicPr>
        <p:blipFill>
          <a:blip r:embed="rId11" r:link="rId12" cstate="email"/>
          <a:stretch>
            <a:fillRect/>
          </a:stretch>
        </p:blipFill>
        <p:spPr>
          <a:xfrm>
            <a:off x="11471910" y="0"/>
            <a:ext cx="720090" cy="588767"/>
          </a:xfrm>
          <a:prstGeom prst="rect">
            <a:avLst/>
          </a:prstGeom>
        </p:spPr>
      </p:pic>
      <p:sp>
        <p:nvSpPr>
          <p:cNvPr id="2" name="竖排标题 1"/>
          <p:cNvSpPr>
            <a:spLocks noGrp="1"/>
          </p:cNvSpPr>
          <p:nvPr>
            <p:ph type="title" orient="vert"/>
            <p:custDataLst>
              <p:tags r:id="rId3"/>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pitchFamily="34" charset="-122"/>
              </a:defRPr>
            </a:lvl1pPr>
            <a:lvl2pPr indent="0" eaLnBrk="1" fontAlgn="auto" latinLnBrk="0" hangingPunct="1">
              <a:defRPr>
                <a:solidFill>
                  <a:schemeClr val="tx1"/>
                </a:solidFill>
                <a:latin typeface="Arial" panose="020B0604020202020204" pitchFamily="34" charset="0"/>
                <a:ea typeface="微软雅黑" panose="020B0503020204020204" pitchFamily="34" charset="-122"/>
              </a:defRPr>
            </a:lvl2pPr>
            <a:lvl3pPr indent="0" eaLnBrk="1" fontAlgn="auto" latinLnBrk="0" hangingPunct="1">
              <a:defRPr>
                <a:solidFill>
                  <a:schemeClr val="tx1"/>
                </a:solidFill>
                <a:latin typeface="Arial" panose="020B0604020202020204" pitchFamily="34" charset="0"/>
                <a:ea typeface="微软雅黑" panose="020B0503020204020204" pitchFamily="34" charset="-122"/>
              </a:defRPr>
            </a:lvl3pPr>
            <a:lvl4pPr indent="0" eaLnBrk="1" fontAlgn="auto" latinLnBrk="0" hangingPunct="1">
              <a:defRPr>
                <a:solidFill>
                  <a:schemeClr val="tx1"/>
                </a:solidFill>
                <a:latin typeface="Arial" panose="020B0604020202020204" pitchFamily="34" charset="0"/>
                <a:ea typeface="微软雅黑" panose="020B0503020204020204" pitchFamily="34" charset="-122"/>
              </a:defRPr>
            </a:lvl4pPr>
            <a:lvl5pPr indent="0" eaLnBrk="1" fontAlgn="auto" latinLnBrk="0" hangingPunct="1">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8" r:link="rId9" cstate="email"/>
          <a:stretch>
            <a:fillRect/>
          </a:stretch>
        </p:blipFill>
        <p:spPr>
          <a:xfrm>
            <a:off x="0" y="0"/>
            <a:ext cx="720090" cy="588767"/>
          </a:xfrm>
          <a:prstGeom prst="rect">
            <a:avLst/>
          </a:prstGeom>
        </p:spPr>
      </p:pic>
      <p:pic>
        <p:nvPicPr>
          <p:cNvPr id="6" name="图片 5"/>
          <p:cNvPicPr/>
          <p:nvPr userDrawn="1">
            <p:custDataLst>
              <p:tags r:id="rId2"/>
            </p:custDataLst>
          </p:nvPr>
        </p:nvPicPr>
        <p:blipFill>
          <a:blip r:embed="rId10" r:link="rId11" cstate="email"/>
          <a:stretch>
            <a:fillRect/>
          </a:stretch>
        </p:blipFill>
        <p:spPr>
          <a:xfrm>
            <a:off x="11471910" y="0"/>
            <a:ext cx="720090" cy="588767"/>
          </a:xfrm>
          <a:prstGeom prst="rect">
            <a:avLst/>
          </a:prstGeom>
        </p:spPr>
      </p:pic>
      <p:sp>
        <p:nvSpPr>
          <p:cNvPr id="3" name="日期占位符 2"/>
          <p:cNvSpPr>
            <a:spLocks noGrp="1"/>
          </p:cNvSpPr>
          <p:nvPr>
            <p:ph type="dt" sz="half" idx="10"/>
            <p:custDataLst>
              <p:tags r:id="rId3"/>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4"/>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7" r:link="rId8" cstate="email"/>
          <a:stretch>
            <a:fillRect/>
          </a:stretch>
        </p:blipFill>
        <p:spPr>
          <a:xfrm>
            <a:off x="0" y="0"/>
            <a:ext cx="12192000" cy="6858000"/>
          </a:xfrm>
          <a:prstGeom prst="rect">
            <a:avLst/>
          </a:prstGeom>
        </p:spPr>
      </p:pic>
      <p:sp>
        <p:nvSpPr>
          <p:cNvPr id="3" name="日期占位符 2"/>
          <p:cNvSpPr>
            <a:spLocks noGrp="1"/>
          </p:cNvSpPr>
          <p:nvPr>
            <p:ph type="dt" sz="half" idx="10"/>
            <p:custDataLst>
              <p:tags r:id="rId2"/>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3"/>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2" name="标题 1"/>
          <p:cNvSpPr>
            <a:spLocks noGrp="1"/>
          </p:cNvSpPr>
          <p:nvPr>
            <p:ph type="title" idx="13" hasCustomPrompt="1"/>
            <p:custDataLst>
              <p:tags r:id="rId5"/>
            </p:custDataLst>
          </p:nvPr>
        </p:nvSpPr>
        <p:spPr>
          <a:xfrm>
            <a:off x="6440696" y="2695734"/>
            <a:ext cx="4572036" cy="1466532"/>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8000" b="0" spc="700">
                <a:solidFill>
                  <a:schemeClr val="tx1"/>
                </a:solidFill>
                <a:latin typeface="Arial" panose="020B0604020202020204" pitchFamily="34" charset="0"/>
                <a:ea typeface="汉仪旗黑-85S" panose="00020600040101010101" pitchFamily="18" charset="-122"/>
              </a:defRPr>
            </a:lvl1pPr>
          </a:lstStyle>
          <a:p>
            <a:r>
              <a:rPr lang="zh-CN" altLang="en-US"/>
              <a:t>编辑标题</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email"/>
          <a:stretch>
            <a:fillRect/>
          </a:stretch>
        </p:blipFill>
        <p:spPr>
          <a:xfrm>
            <a:off x="0" y="0"/>
            <a:ext cx="720090" cy="588767"/>
          </a:xfrm>
          <a:prstGeom prst="rect">
            <a:avLst/>
          </a:prstGeom>
        </p:spPr>
      </p:pic>
      <p:pic>
        <p:nvPicPr>
          <p:cNvPr id="6" name="图片 5"/>
          <p:cNvPicPr/>
          <p:nvPr userDrawn="1">
            <p:custDataLst>
              <p:tags r:id="rId2"/>
            </p:custDataLst>
          </p:nvPr>
        </p:nvPicPr>
        <p:blipFill>
          <a:blip r:embed="rId10" r:link="rId11" cstate="email"/>
          <a:stretch>
            <a:fillRect/>
          </a:stretch>
        </p:blipFill>
        <p:spPr>
          <a:xfrm>
            <a:off x="11471910" y="0"/>
            <a:ext cx="720090" cy="588767"/>
          </a:xfrm>
          <a:prstGeom prst="rect">
            <a:avLst/>
          </a:prstGeom>
        </p:spPr>
      </p:pic>
      <p:sp>
        <p:nvSpPr>
          <p:cNvPr id="2" name="标题 1"/>
          <p:cNvSpPr>
            <a:spLocks noGrp="1"/>
          </p:cNvSpPr>
          <p:nvPr>
            <p:ph type="title"/>
            <p:custDataLst>
              <p:tags r:id="rId3"/>
            </p:custDataLst>
          </p:nvPr>
        </p:nvSpPr>
        <p:spPr>
          <a:xfrm>
            <a:off x="669882" y="443230"/>
            <a:ext cx="10852237" cy="441964"/>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292075" y="303809"/>
            <a:ext cx="11607851"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8"/>
          <p:cNvPicPr/>
          <p:nvPr userDrawn="1">
            <p:custDataLst>
              <p:tags r:id="rId2"/>
            </p:custDataLst>
          </p:nvPr>
        </p:nvPicPr>
        <p:blipFill>
          <a:blip r:embed="rId10" r:link="rId11" cstate="email"/>
          <a:stretch>
            <a:fillRect/>
          </a:stretch>
        </p:blipFill>
        <p:spPr>
          <a:xfrm>
            <a:off x="0" y="0"/>
            <a:ext cx="720090" cy="588767"/>
          </a:xfrm>
          <a:prstGeom prst="rect">
            <a:avLst/>
          </a:prstGeom>
        </p:spPr>
      </p:pic>
      <p:pic>
        <p:nvPicPr>
          <p:cNvPr id="8" name="图片 7"/>
          <p:cNvPicPr/>
          <p:nvPr userDrawn="1">
            <p:custDataLst>
              <p:tags r:id="rId3"/>
            </p:custDataLst>
          </p:nvPr>
        </p:nvPicPr>
        <p:blipFill>
          <a:blip r:embed="rId12" r:link="rId13" cstate="email"/>
          <a:stretch>
            <a:fillRect/>
          </a:stretch>
        </p:blipFill>
        <p:spPr>
          <a:xfrm>
            <a:off x="11471910" y="0"/>
            <a:ext cx="720090" cy="588767"/>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7"/>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4824603"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8" name="图片 7"/>
          <p:cNvPicPr/>
          <p:nvPr userDrawn="1">
            <p:custDataLst>
              <p:tags r:id="rId2"/>
            </p:custDataLst>
          </p:nvPr>
        </p:nvPicPr>
        <p:blipFill>
          <a:blip r:embed="rId10" r:link="rId11" cstate="email"/>
          <a:stretch>
            <a:fillRect/>
          </a:stretch>
        </p:blipFill>
        <p:spPr>
          <a:xfrm>
            <a:off x="11471910" y="0"/>
            <a:ext cx="720090" cy="588767"/>
          </a:xfrm>
          <a:prstGeom prst="rect">
            <a:avLst/>
          </a:prstGeom>
        </p:spPr>
      </p:pic>
      <p:sp>
        <p:nvSpPr>
          <p:cNvPr id="2" name="标题 1"/>
          <p:cNvSpPr>
            <a:spLocks noGrp="1"/>
          </p:cNvSpPr>
          <p:nvPr>
            <p:ph type="title" hasCustomPrompt="1"/>
            <p:custDataLst>
              <p:tags r:id="rId3"/>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9"/>
          <p:cNvPicPr/>
          <p:nvPr userDrawn="1">
            <p:custDataLst>
              <p:tags r:id="rId2"/>
            </p:custDataLst>
          </p:nvPr>
        </p:nvPicPr>
        <p:blipFill>
          <a:blip r:embed="rId11" r:link="rId12" cstate="email"/>
          <a:stretch>
            <a:fillRect/>
          </a:stretch>
        </p:blipFill>
        <p:spPr>
          <a:xfrm>
            <a:off x="0" y="0"/>
            <a:ext cx="720090" cy="588767"/>
          </a:xfrm>
          <a:prstGeom prst="rect">
            <a:avLst/>
          </a:prstGeom>
        </p:spPr>
      </p:pic>
      <p:pic>
        <p:nvPicPr>
          <p:cNvPr id="8" name="图片 7"/>
          <p:cNvPicPr/>
          <p:nvPr userDrawn="1">
            <p:custDataLst>
              <p:tags r:id="rId3"/>
            </p:custDataLst>
          </p:nvPr>
        </p:nvPicPr>
        <p:blipFill>
          <a:blip r:embed="rId13" r:link="rId14" cstate="email"/>
          <a:stretch>
            <a:fillRect/>
          </a:stretch>
        </p:blipFill>
        <p:spPr>
          <a:xfrm>
            <a:off x="11471910" y="0"/>
            <a:ext cx="720090" cy="588767"/>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pitchFamily="3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5028971"/>
            <a:ext cx="12192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9"/>
          <p:cNvPicPr/>
          <p:nvPr userDrawn="1">
            <p:custDataLst>
              <p:tags r:id="rId2"/>
            </p:custDataLst>
          </p:nvPr>
        </p:nvPicPr>
        <p:blipFill>
          <a:blip r:embed="rId11" r:link="rId12" cstate="email"/>
          <a:stretch>
            <a:fillRect/>
          </a:stretch>
        </p:blipFill>
        <p:spPr>
          <a:xfrm>
            <a:off x="0" y="0"/>
            <a:ext cx="720090" cy="588767"/>
          </a:xfrm>
          <a:prstGeom prst="rect">
            <a:avLst/>
          </a:prstGeom>
        </p:spPr>
      </p:pic>
      <p:pic>
        <p:nvPicPr>
          <p:cNvPr id="8" name="图片 7"/>
          <p:cNvPicPr/>
          <p:nvPr userDrawn="1">
            <p:custDataLst>
              <p:tags r:id="rId3"/>
            </p:custDataLst>
          </p:nvPr>
        </p:nvPicPr>
        <p:blipFill>
          <a:blip r:embed="rId13" r:link="rId14" cstate="email"/>
          <a:stretch>
            <a:fillRect/>
          </a:stretch>
        </p:blipFill>
        <p:spPr>
          <a:xfrm>
            <a:off x="11471910" y="0"/>
            <a:ext cx="720090" cy="588767"/>
          </a:xfrm>
          <a:prstGeom prst="rect">
            <a:avLst/>
          </a:prstGeom>
        </p:spPr>
      </p:pic>
      <p:sp>
        <p:nvSpPr>
          <p:cNvPr id="2" name="标题 1"/>
          <p:cNvSpPr>
            <a:spLocks noGrp="1"/>
          </p:cNvSpPr>
          <p:nvPr>
            <p:ph type="title"/>
            <p:custDataLst>
              <p:tags r:id="rId4"/>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2" name="图片 11"/>
          <p:cNvPicPr/>
          <p:nvPr userDrawn="1">
            <p:custDataLst>
              <p:tags r:id="rId2"/>
            </p:custDataLst>
          </p:nvPr>
        </p:nvPicPr>
        <p:blipFill>
          <a:blip r:embed="rId13" r:link="rId14" cstate="email"/>
          <a:stretch>
            <a:fillRect/>
          </a:stretch>
        </p:blipFill>
        <p:spPr>
          <a:xfrm>
            <a:off x="11471910" y="6269233"/>
            <a:ext cx="720090" cy="588767"/>
          </a:xfrm>
          <a:prstGeom prst="rect">
            <a:avLst/>
          </a:prstGeom>
        </p:spPr>
      </p:pic>
      <p:pic>
        <p:nvPicPr>
          <p:cNvPr id="10" name="图片 9"/>
          <p:cNvPicPr/>
          <p:nvPr userDrawn="1">
            <p:custDataLst>
              <p:tags r:id="rId3"/>
            </p:custDataLst>
          </p:nvPr>
        </p:nvPicPr>
        <p:blipFill>
          <a:blip r:embed="rId15" r:link="rId16" cstate="email"/>
          <a:stretch>
            <a:fillRect/>
          </a:stretch>
        </p:blipFill>
        <p:spPr>
          <a:xfrm>
            <a:off x="0" y="6269233"/>
            <a:ext cx="720090" cy="588767"/>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3691"/>
            <a:ext cx="12192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8"/>
          <p:cNvPicPr/>
          <p:nvPr userDrawn="1">
            <p:custDataLst>
              <p:tags r:id="rId2"/>
            </p:custDataLst>
          </p:nvPr>
        </p:nvPicPr>
        <p:blipFill>
          <a:blip r:embed="rId10" r:link="rId11" cstate="email"/>
          <a:stretch>
            <a:fillRect/>
          </a:stretch>
        </p:blipFill>
        <p:spPr>
          <a:xfrm>
            <a:off x="10571797" y="5533275"/>
            <a:ext cx="1620202" cy="1324725"/>
          </a:xfrm>
          <a:prstGeom prst="rect">
            <a:avLst/>
          </a:prstGeom>
        </p:spPr>
      </p:pic>
      <p:pic>
        <p:nvPicPr>
          <p:cNvPr id="8" name="图片 7"/>
          <p:cNvPicPr/>
          <p:nvPr userDrawn="1">
            <p:custDataLst>
              <p:tags r:id="rId3"/>
            </p:custDataLst>
          </p:nvPr>
        </p:nvPicPr>
        <p:blipFill>
          <a:blip r:embed="rId12" r:link="rId13" cstate="email"/>
          <a:stretch>
            <a:fillRect/>
          </a:stretch>
        </p:blipFill>
        <p:spPr>
          <a:xfrm>
            <a:off x="0" y="5533275"/>
            <a:ext cx="1620202" cy="132472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userDrawn="1">
            <p:custDataLst>
              <p:tags r:id="rId1"/>
            </p:custDataLst>
          </p:nvPr>
        </p:nvPicPr>
        <p:blipFill>
          <a:blip r:embed="rId11" r:link="rId12"/>
          <a:stretch>
            <a:fillRect/>
          </a:stretch>
        </p:blipFill>
        <p:spPr>
          <a:xfrm>
            <a:off x="0" y="0"/>
            <a:ext cx="12192000" cy="6858000"/>
          </a:xfrm>
          <a:prstGeom prst="rect">
            <a:avLst/>
          </a:prstGeom>
        </p:spPr>
      </p:pic>
      <p:sp>
        <p:nvSpPr>
          <p:cNvPr id="16" name="日期占位符 15"/>
          <p:cNvSpPr>
            <a:spLocks noGrp="1"/>
          </p:cNvSpPr>
          <p:nvPr>
            <p:ph type="dt" sz="half" idx="10"/>
            <p:custDataLst>
              <p:tags r:id="rId2"/>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17" name="页脚占位符 16"/>
          <p:cNvSpPr>
            <a:spLocks noGrp="1"/>
          </p:cNvSpPr>
          <p:nvPr>
            <p:ph type="ftr" sz="quarter" idx="11"/>
            <p:custDataLst>
              <p:tags r:id="rId3"/>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cxnSp>
        <p:nvCxnSpPr>
          <p:cNvPr id="10" name="直接连接符 9"/>
          <p:cNvCxnSpPr/>
          <p:nvPr userDrawn="1">
            <p:custDataLst>
              <p:tags r:id="rId5"/>
            </p:custDataLst>
          </p:nvPr>
        </p:nvCxnSpPr>
        <p:spPr>
          <a:xfrm>
            <a:off x="762317" y="3319000"/>
            <a:ext cx="435229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文本占位符 5"/>
          <p:cNvSpPr>
            <a:spLocks noGrp="1"/>
          </p:cNvSpPr>
          <p:nvPr>
            <p:ph type="body" sz="quarter" idx="16" hasCustomPrompt="1"/>
            <p:custDataLst>
              <p:tags r:id="rId6"/>
            </p:custDataLst>
          </p:nvPr>
        </p:nvSpPr>
        <p:spPr>
          <a:xfrm>
            <a:off x="762318" y="4723765"/>
            <a:ext cx="2135505" cy="408940"/>
          </a:xfrm>
          <a:prstGeom prst="rect">
            <a:avLst/>
          </a:prstGeom>
        </p:spPr>
        <p:txBody>
          <a:bodyPr vert="horz" wrap="square" lIns="0" tIns="0" rIns="0" bIns="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tx1"/>
                </a:solidFill>
                <a:latin typeface="Arial" panose="020B0604020202020204" pitchFamily="34" charset="0"/>
                <a:ea typeface="微软雅黑" panose="020B0503020204020204" pitchFamily="34" charset="-122"/>
              </a:defRPr>
            </a:lvl1pPr>
          </a:lstStyle>
          <a:p>
            <a:pPr marL="0" marR="0" lvl="0" indent="0" algn="l"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dirty="0"/>
              <a:t>编辑文本</a:t>
            </a:r>
          </a:p>
        </p:txBody>
      </p:sp>
      <p:sp>
        <p:nvSpPr>
          <p:cNvPr id="4" name="文本占位符 3"/>
          <p:cNvSpPr>
            <a:spLocks noGrp="1"/>
          </p:cNvSpPr>
          <p:nvPr>
            <p:ph type="body" sz="quarter" idx="15" hasCustomPrompt="1"/>
            <p:custDataLst>
              <p:tags r:id="rId7"/>
            </p:custDataLst>
          </p:nvPr>
        </p:nvSpPr>
        <p:spPr>
          <a:xfrm>
            <a:off x="2902268" y="4723765"/>
            <a:ext cx="2135505" cy="408940"/>
          </a:xfrm>
          <a:prstGeom prst="rect">
            <a:avLst/>
          </a:prstGeom>
        </p:spPr>
        <p:txBody>
          <a:bodyPr vert="horz" wrap="square" lIns="0" tIns="0" rIns="0" bIns="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tx1"/>
                </a:solidFill>
                <a:latin typeface="Arial" panose="020B0604020202020204" pitchFamily="34" charset="0"/>
                <a:ea typeface="微软雅黑" panose="020B0503020204020204" pitchFamily="34" charset="-122"/>
              </a:defRPr>
            </a:lvl1pPr>
          </a:lstStyle>
          <a:p>
            <a:pPr marL="0" marR="0" lvl="0" indent="0" algn="r"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dirty="0"/>
              <a:t>编辑文本</a:t>
            </a:r>
          </a:p>
        </p:txBody>
      </p:sp>
      <p:sp>
        <p:nvSpPr>
          <p:cNvPr id="3" name="副标题 2"/>
          <p:cNvSpPr>
            <a:spLocks noGrp="1"/>
          </p:cNvSpPr>
          <p:nvPr>
            <p:ph type="subTitle" idx="14" hasCustomPrompt="1"/>
            <p:custDataLst>
              <p:tags r:id="rId8"/>
            </p:custDataLst>
          </p:nvPr>
        </p:nvSpPr>
        <p:spPr>
          <a:xfrm>
            <a:off x="762952" y="3441732"/>
            <a:ext cx="4824730" cy="316801"/>
          </a:xfrm>
        </p:spPr>
        <p:txBody>
          <a:bodyPr vert="horz" wrap="square" lIns="0" tIns="0" rIns="0" bIns="0" anchor="ctr" anchorCtr="0">
            <a:normAutofit/>
          </a:bodyPr>
          <a:lstStyle>
            <a:lvl1pPr marL="0" marR="0" indent="0" algn="l" defTabSz="914400" rtl="0" eaLnBrk="1" fontAlgn="auto" latinLnBrk="0" hangingPunct="1">
              <a:lnSpc>
                <a:spcPct val="120000"/>
              </a:lnSpc>
              <a:spcBef>
                <a:spcPts val="800"/>
              </a:spcBef>
              <a:spcAft>
                <a:spcPts val="0"/>
              </a:spcAft>
              <a:buClrTx/>
              <a:buSzPts val="1600"/>
              <a:buFont typeface="Arial" panose="020B0604020202020204" pitchFamily="34" charset="0"/>
              <a:buNone/>
              <a:defRPr sz="1600" b="0" spc="150">
                <a:solidFill>
                  <a:schemeClr val="tx1"/>
                </a:solidFill>
                <a:latin typeface="Arial" panose="020B0604020202020204" pitchFamily="34" charset="0"/>
                <a:ea typeface="微软雅黑"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单击此处编辑副标题</a:t>
            </a:r>
          </a:p>
        </p:txBody>
      </p:sp>
      <p:sp>
        <p:nvSpPr>
          <p:cNvPr id="2" name="标题 1"/>
          <p:cNvSpPr>
            <a:spLocks noGrp="1"/>
          </p:cNvSpPr>
          <p:nvPr>
            <p:ph type="ctrTitle" idx="13" hasCustomPrompt="1"/>
            <p:custDataLst>
              <p:tags r:id="rId9"/>
            </p:custDataLst>
          </p:nvPr>
        </p:nvSpPr>
        <p:spPr>
          <a:xfrm>
            <a:off x="762317" y="2362370"/>
            <a:ext cx="4825365" cy="812637"/>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5400" b="0" spc="600">
                <a:solidFill>
                  <a:schemeClr val="tx1"/>
                </a:solidFill>
                <a:latin typeface="Arial" panose="020B0604020202020204" pitchFamily="34" charset="0"/>
                <a:ea typeface="汉仪旗黑-85S" panose="00020600040101010101" pitchFamily="18" charset="-122"/>
              </a:defRPr>
            </a:lvl1pPr>
          </a:lstStyle>
          <a:p>
            <a:r>
              <a:rPr lang="zh-CN" altLang="en-US" dirty="0"/>
              <a:t>编辑标题</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email"/>
          <a:stretch>
            <a:fillRect/>
          </a:stretch>
        </p:blipFill>
        <p:spPr>
          <a:xfrm>
            <a:off x="0" y="0"/>
            <a:ext cx="720090" cy="601754"/>
          </a:xfrm>
          <a:prstGeom prst="rect">
            <a:avLst/>
          </a:prstGeom>
        </p:spPr>
      </p:pic>
      <p:pic>
        <p:nvPicPr>
          <p:cNvPr id="7" name="图片 6"/>
          <p:cNvPicPr/>
          <p:nvPr userDrawn="1">
            <p:custDataLst>
              <p:tags r:id="rId2"/>
            </p:custDataLst>
          </p:nvPr>
        </p:nvPicPr>
        <p:blipFill>
          <a:blip r:embed="rId11" r:link="rId12" cstate="email"/>
          <a:stretch>
            <a:fillRect/>
          </a:stretch>
        </p:blipFill>
        <p:spPr>
          <a:xfrm>
            <a:off x="11471910" y="0"/>
            <a:ext cx="720090" cy="601754"/>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email"/>
          <a:stretch>
            <a:fillRect/>
          </a:stretch>
        </p:blipFill>
        <p:spPr>
          <a:xfrm>
            <a:off x="8579555" y="1397000"/>
            <a:ext cx="3612445" cy="4064000"/>
          </a:xfrm>
          <a:prstGeom prst="rect">
            <a:avLst/>
          </a:prstGeom>
        </p:spPr>
      </p:pic>
      <p:sp>
        <p:nvSpPr>
          <p:cNvPr id="4" name="日期占位符 3"/>
          <p:cNvSpPr>
            <a:spLocks noGrp="1"/>
          </p:cNvSpPr>
          <p:nvPr>
            <p:ph type="dt" sz="half" idx="10"/>
            <p:custDataLst>
              <p:tags r:id="rId2"/>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3"/>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3" name="标题 2"/>
          <p:cNvSpPr>
            <a:spLocks noGrp="1"/>
          </p:cNvSpPr>
          <p:nvPr>
            <p:ph type="ctrTitle" idx="14" hasCustomPrompt="1"/>
            <p:custDataLst>
              <p:tags r:id="rId5"/>
            </p:custDataLst>
          </p:nvPr>
        </p:nvSpPr>
        <p:spPr>
          <a:xfrm>
            <a:off x="3212147" y="3106540"/>
            <a:ext cx="5767705" cy="835660"/>
          </a:xfrm>
        </p:spPr>
        <p:txBody>
          <a:bodyPr vert="horz" wrap="square" lIns="0" tIns="0" rIns="0" bIns="0" anchor="ctr" anchorCtr="0">
            <a:normAutofit/>
          </a:bodyPr>
          <a:lstStyle>
            <a:lvl1pPr marL="0" marR="0" indent="0" algn="ctr" defTabSz="914400" rtl="0" eaLnBrk="1" fontAlgn="auto" latinLnBrk="0" hangingPunct="1">
              <a:lnSpc>
                <a:spcPct val="100000"/>
              </a:lnSpc>
              <a:spcBef>
                <a:spcPct val="0"/>
              </a:spcBef>
              <a:spcAft>
                <a:spcPts val="0"/>
              </a:spcAft>
              <a:buClrTx/>
              <a:buSzPts val="4400"/>
              <a:buFont typeface="Arial" panose="020B0604020202020204" pitchFamily="34" charset="0"/>
              <a:buNone/>
              <a:defRPr sz="4400" b="0" spc="200">
                <a:solidFill>
                  <a:schemeClr val="tx1"/>
                </a:solidFill>
                <a:latin typeface="Arial" panose="020B0604020202020204" pitchFamily="34" charset="0"/>
                <a:ea typeface="汉仪旗黑-85S" panose="00020600040101010101" pitchFamily="18" charset="-122"/>
              </a:defRPr>
            </a:lvl1pPr>
          </a:lstStyle>
          <a:p>
            <a:r>
              <a:rPr lang="zh-CN" altLang="en-US" dirty="0"/>
              <a:t>编辑标题</a:t>
            </a:r>
          </a:p>
        </p:txBody>
      </p:sp>
      <p:sp>
        <p:nvSpPr>
          <p:cNvPr id="2" name="副标题 1"/>
          <p:cNvSpPr>
            <a:spLocks noGrp="1"/>
          </p:cNvSpPr>
          <p:nvPr>
            <p:ph type="subTitle" idx="13" hasCustomPrompt="1"/>
            <p:custDataLst>
              <p:tags r:id="rId6"/>
            </p:custDataLst>
          </p:nvPr>
        </p:nvSpPr>
        <p:spPr>
          <a:xfrm>
            <a:off x="3212147" y="4193576"/>
            <a:ext cx="5767705" cy="314984"/>
          </a:xfrm>
        </p:spPr>
        <p:txBody>
          <a:bodyPr vert="horz" wrap="square" lIns="0" tIns="0" rIns="0" bIns="0" anchor="ctr" anchorCtr="0">
            <a:normAutofit/>
          </a:bodyPr>
          <a:lstStyle>
            <a:lvl1pPr marL="0" marR="0" indent="0" algn="ctr" defTabSz="914400" rtl="0" eaLnBrk="1" fontAlgn="auto" latinLnBrk="0" hangingPunct="1">
              <a:lnSpc>
                <a:spcPct val="100000"/>
              </a:lnSpc>
              <a:spcBef>
                <a:spcPts val="0"/>
              </a:spcBef>
              <a:spcAft>
                <a:spcPts val="0"/>
              </a:spcAft>
              <a:buClrTx/>
              <a:buSzPts val="1600"/>
              <a:buFont typeface="Arial" panose="020B0604020202020204" pitchFamily="34" charset="0"/>
              <a:buNone/>
              <a:defRPr sz="1600" b="0" spc="200">
                <a:solidFill>
                  <a:schemeClr val="tx1"/>
                </a:solidFill>
                <a:latin typeface="Arial" panose="020B0604020202020204" pitchFamily="34" charset="0"/>
                <a:ea typeface="微软雅黑"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单击此处编辑副标题</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email"/>
          <a:stretch>
            <a:fillRect/>
          </a:stretch>
        </p:blipFill>
        <p:spPr>
          <a:xfrm>
            <a:off x="0" y="0"/>
            <a:ext cx="720090" cy="601754"/>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11471910" y="0"/>
            <a:ext cx="720090" cy="601754"/>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4"/>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pitchFamily="34" charset="-122"/>
              </a:defRPr>
            </a:lvl1pPr>
            <a:lvl2pPr eaLnBrk="1" fontAlgn="auto" latinLnBrk="0" hangingPunct="1">
              <a:defRPr sz="1600">
                <a:solidFill>
                  <a:schemeClr val="tx1"/>
                </a:solidFill>
                <a:latin typeface="Arial" panose="020B0604020202020204" pitchFamily="34" charset="0"/>
                <a:ea typeface="微软雅黑" panose="020B0503020204020204" pitchFamily="34" charset="-122"/>
              </a:defRPr>
            </a:lvl2pPr>
            <a:lvl3pPr eaLnBrk="1" fontAlgn="auto" latinLnBrk="0" hangingPunct="1">
              <a:defRPr sz="1600">
                <a:solidFill>
                  <a:schemeClr val="tx1"/>
                </a:solidFill>
                <a:latin typeface="Arial" panose="020B0604020202020204" pitchFamily="34" charset="0"/>
                <a:ea typeface="微软雅黑" panose="020B0503020204020204" pitchFamily="34" charset="-122"/>
              </a:defRPr>
            </a:lvl3pPr>
            <a:lvl4pPr eaLnBrk="1" fontAlgn="auto" latinLnBrk="0" hangingPunct="1">
              <a:defRPr sz="1600">
                <a:solidFill>
                  <a:schemeClr val="tx1"/>
                </a:solidFill>
                <a:latin typeface="Arial" panose="020B0604020202020204" pitchFamily="34" charset="0"/>
                <a:ea typeface="微软雅黑" panose="020B0503020204020204" pitchFamily="34" charset="-122"/>
              </a:defRPr>
            </a:lvl4pPr>
            <a:lvl5pPr eaLnBrk="1" fontAlgn="auto" latinLnBrk="0" hangingPunct="1">
              <a:defRPr sz="160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6" name="页脚占位符 5"/>
          <p:cNvSpPr>
            <a:spLocks noGrp="1"/>
          </p:cNvSpPr>
          <p:nvPr>
            <p:ph type="ftr" sz="quarter" idx="11"/>
            <p:custDataLst>
              <p:tags r:id="rId7"/>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7" name="灯片编号占位符 6"/>
          <p:cNvSpPr>
            <a:spLocks noGrp="1"/>
          </p:cNvSpPr>
          <p:nvPr>
            <p:ph type="sldNum" sz="quarter" idx="12"/>
            <p:custDataLst>
              <p:tags r:id="rId8"/>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2" r:link="rId13" cstate="email"/>
          <a:stretch>
            <a:fillRect/>
          </a:stretch>
        </p:blipFill>
        <p:spPr>
          <a:xfrm>
            <a:off x="0" y="0"/>
            <a:ext cx="720090" cy="601754"/>
          </a:xfrm>
          <a:prstGeom prst="rect">
            <a:avLst/>
          </a:prstGeom>
        </p:spPr>
      </p:pic>
      <p:pic>
        <p:nvPicPr>
          <p:cNvPr id="10" name="图片 9"/>
          <p:cNvPicPr/>
          <p:nvPr userDrawn="1">
            <p:custDataLst>
              <p:tags r:id="rId2"/>
            </p:custDataLst>
          </p:nvPr>
        </p:nvPicPr>
        <p:blipFill>
          <a:blip r:embed="rId14" r:link="rId15" cstate="email"/>
          <a:stretch>
            <a:fillRect/>
          </a:stretch>
        </p:blipFill>
        <p:spPr>
          <a:xfrm>
            <a:off x="11471910" y="0"/>
            <a:ext cx="720090" cy="601754"/>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8" name="页脚占位符 7"/>
          <p:cNvSpPr>
            <a:spLocks noGrp="1"/>
          </p:cNvSpPr>
          <p:nvPr>
            <p:ph type="ftr" sz="quarter" idx="11"/>
            <p:custDataLst>
              <p:tags r:id="rId9"/>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9" name="灯片编号占位符 8"/>
          <p:cNvSpPr>
            <a:spLocks noGrp="1"/>
          </p:cNvSpPr>
          <p:nvPr>
            <p:ph type="sldNum" sz="quarter" idx="12"/>
            <p:custDataLst>
              <p:tags r:id="rId10"/>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email"/>
          <a:stretch>
            <a:fillRect/>
          </a:stretch>
        </p:blipFill>
        <p:spPr>
          <a:xfrm>
            <a:off x="304800" y="2194560"/>
            <a:ext cx="4389120" cy="2468880"/>
          </a:xfrm>
          <a:prstGeom prst="rect">
            <a:avLst/>
          </a:prstGeom>
        </p:spPr>
      </p:pic>
      <p:pic>
        <p:nvPicPr>
          <p:cNvPr id="6" name="图片 5"/>
          <p:cNvPicPr/>
          <p:nvPr userDrawn="1">
            <p:custDataLst>
              <p:tags r:id="rId2"/>
            </p:custDataLst>
          </p:nvPr>
        </p:nvPicPr>
        <p:blipFill>
          <a:blip r:embed="rId10" r:link="rId11" cstate="email"/>
          <a:stretch>
            <a:fillRect/>
          </a:stretch>
        </p:blipFill>
        <p:spPr>
          <a:xfrm>
            <a:off x="11471910" y="6256246"/>
            <a:ext cx="720090" cy="601754"/>
          </a:xfrm>
          <a:prstGeom prst="rect">
            <a:avLst/>
          </a:prstGeom>
        </p:spPr>
      </p:pic>
      <p:sp>
        <p:nvSpPr>
          <p:cNvPr id="2" name="标题 1"/>
          <p:cNvSpPr>
            <a:spLocks noGrp="1"/>
          </p:cNvSpPr>
          <p:nvPr>
            <p:ph type="title"/>
            <p:custDataLst>
              <p:tags r:id="rId3"/>
            </p:custDataLst>
          </p:nvPr>
        </p:nvSpPr>
        <p:spPr>
          <a:xfrm>
            <a:off x="669882" y="443230"/>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3" name="页脚占位符 2"/>
          <p:cNvSpPr>
            <a:spLocks noGrp="1"/>
          </p:cNvSpPr>
          <p:nvPr>
            <p:ph type="ftr" sz="quarter" idx="11"/>
            <p:custDataLst>
              <p:tags r:id="rId2"/>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email"/>
          <a:stretch>
            <a:fillRect/>
          </a:stretch>
        </p:blipFill>
        <p:spPr>
          <a:xfrm>
            <a:off x="0" y="0"/>
            <a:ext cx="720090" cy="601754"/>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11471910" y="0"/>
            <a:ext cx="720090" cy="601754"/>
          </a:xfrm>
          <a:prstGeom prst="rect">
            <a:avLst/>
          </a:prstGeom>
        </p:spPr>
      </p:pic>
      <p:sp>
        <p:nvSpPr>
          <p:cNvPr id="2" name="标题 1"/>
          <p:cNvSpPr>
            <a:spLocks noGrp="1"/>
          </p:cNvSpPr>
          <p:nvPr>
            <p:ph type="title"/>
            <p:custDataLst>
              <p:tags r:id="rId3"/>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9EFD9D74-47D9-4702-A33C-335B63B48DBF}" type="datetimeFigureOut">
              <a:rPr lang="zh-CN" altLang="en-US" smtClean="0"/>
              <a:t>2020/4/2</a:t>
            </a:fld>
            <a:endParaRPr lang="zh-CN" altLang="en-US" dirty="0"/>
          </a:p>
        </p:txBody>
      </p:sp>
      <p:sp>
        <p:nvSpPr>
          <p:cNvPr id="6" name="页脚占位符 5"/>
          <p:cNvSpPr>
            <a:spLocks noGrp="1"/>
          </p:cNvSpPr>
          <p:nvPr>
            <p:ph type="ftr" sz="quarter" idx="11"/>
            <p:custDataLst>
              <p:tags r:id="rId7"/>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2"/>
            <p:custDataLst>
              <p:tags r:id="rId8"/>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email"/>
          <a:stretch>
            <a:fillRect/>
          </a:stretch>
        </p:blipFill>
        <p:spPr>
          <a:xfrm>
            <a:off x="0" y="0"/>
            <a:ext cx="720090" cy="601754"/>
          </a:xfrm>
          <a:prstGeom prst="rect">
            <a:avLst/>
          </a:prstGeom>
        </p:spPr>
      </p:pic>
      <p:pic>
        <p:nvPicPr>
          <p:cNvPr id="7" name="图片 6"/>
          <p:cNvPicPr/>
          <p:nvPr userDrawn="1">
            <p:custDataLst>
              <p:tags r:id="rId2"/>
            </p:custDataLst>
          </p:nvPr>
        </p:nvPicPr>
        <p:blipFill>
          <a:blip r:embed="rId11" r:link="rId12" cstate="email"/>
          <a:stretch>
            <a:fillRect/>
          </a:stretch>
        </p:blipFill>
        <p:spPr>
          <a:xfrm>
            <a:off x="11471910" y="0"/>
            <a:ext cx="720090" cy="601754"/>
          </a:xfrm>
          <a:prstGeom prst="rect">
            <a:avLst/>
          </a:prstGeom>
        </p:spPr>
      </p:pic>
      <p:sp>
        <p:nvSpPr>
          <p:cNvPr id="2" name="竖排标题 1"/>
          <p:cNvSpPr>
            <a:spLocks noGrp="1"/>
          </p:cNvSpPr>
          <p:nvPr>
            <p:ph type="title" orient="vert"/>
            <p:custDataLst>
              <p:tags r:id="rId3"/>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pitchFamily="34" charset="-122"/>
              </a:defRPr>
            </a:lvl1pPr>
            <a:lvl2pPr indent="0" eaLnBrk="1" fontAlgn="auto" latinLnBrk="0" hangingPunct="1">
              <a:defRPr>
                <a:solidFill>
                  <a:schemeClr val="tx1"/>
                </a:solidFill>
                <a:latin typeface="Arial" panose="020B0604020202020204" pitchFamily="34" charset="0"/>
                <a:ea typeface="微软雅黑" panose="020B0503020204020204" pitchFamily="34" charset="-122"/>
              </a:defRPr>
            </a:lvl2pPr>
            <a:lvl3pPr indent="0" eaLnBrk="1" fontAlgn="auto" latinLnBrk="0" hangingPunct="1">
              <a:defRPr>
                <a:solidFill>
                  <a:schemeClr val="tx1"/>
                </a:solidFill>
                <a:latin typeface="Arial" panose="020B0604020202020204" pitchFamily="34" charset="0"/>
                <a:ea typeface="微软雅黑" panose="020B0503020204020204" pitchFamily="34" charset="-122"/>
              </a:defRPr>
            </a:lvl3pPr>
            <a:lvl4pPr indent="0" eaLnBrk="1" fontAlgn="auto" latinLnBrk="0" hangingPunct="1">
              <a:defRPr>
                <a:solidFill>
                  <a:schemeClr val="tx1"/>
                </a:solidFill>
                <a:latin typeface="Arial" panose="020B0604020202020204" pitchFamily="34" charset="0"/>
                <a:ea typeface="微软雅黑" panose="020B0503020204020204" pitchFamily="34" charset="-122"/>
              </a:defRPr>
            </a:lvl4pPr>
            <a:lvl5pPr indent="0" eaLnBrk="1" fontAlgn="auto" latinLnBrk="0" hangingPunct="1">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8" r:link="rId9" cstate="email"/>
          <a:stretch>
            <a:fillRect/>
          </a:stretch>
        </p:blipFill>
        <p:spPr>
          <a:xfrm>
            <a:off x="0" y="0"/>
            <a:ext cx="720090" cy="601754"/>
          </a:xfrm>
          <a:prstGeom prst="rect">
            <a:avLst/>
          </a:prstGeom>
        </p:spPr>
      </p:pic>
      <p:pic>
        <p:nvPicPr>
          <p:cNvPr id="6" name="图片 5"/>
          <p:cNvPicPr/>
          <p:nvPr userDrawn="1">
            <p:custDataLst>
              <p:tags r:id="rId2"/>
            </p:custDataLst>
          </p:nvPr>
        </p:nvPicPr>
        <p:blipFill>
          <a:blip r:embed="rId10" r:link="rId11" cstate="email"/>
          <a:stretch>
            <a:fillRect/>
          </a:stretch>
        </p:blipFill>
        <p:spPr>
          <a:xfrm>
            <a:off x="11471910" y="0"/>
            <a:ext cx="720090" cy="601754"/>
          </a:xfrm>
          <a:prstGeom prst="rect">
            <a:avLst/>
          </a:prstGeom>
        </p:spPr>
      </p:pic>
      <p:sp>
        <p:nvSpPr>
          <p:cNvPr id="3" name="日期占位符 2"/>
          <p:cNvSpPr>
            <a:spLocks noGrp="1"/>
          </p:cNvSpPr>
          <p:nvPr>
            <p:ph type="dt" sz="half" idx="10"/>
            <p:custDataLst>
              <p:tags r:id="rId3"/>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4"/>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9" r:link="rId10"/>
          <a:stretch>
            <a:fillRect/>
          </a:stretch>
        </p:blipFill>
        <p:spPr>
          <a:xfrm>
            <a:off x="0" y="0"/>
            <a:ext cx="12192000" cy="6858000"/>
          </a:xfrm>
          <a:prstGeom prst="rect">
            <a:avLst/>
          </a:prstGeom>
        </p:spPr>
      </p:pic>
      <p:sp>
        <p:nvSpPr>
          <p:cNvPr id="3" name="日期占位符 2"/>
          <p:cNvSpPr>
            <a:spLocks noGrp="1"/>
          </p:cNvSpPr>
          <p:nvPr>
            <p:ph type="dt" sz="half" idx="10"/>
            <p:custDataLst>
              <p:tags r:id="rId2"/>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3"/>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a:p>
        </p:txBody>
      </p:sp>
      <p:sp>
        <p:nvSpPr>
          <p:cNvPr id="8" name="任意多边形 1"/>
          <p:cNvSpPr/>
          <p:nvPr userDrawn="1">
            <p:custDataLst>
              <p:tags r:id="rId5"/>
            </p:custDataLst>
          </p:nvPr>
        </p:nvSpPr>
        <p:spPr>
          <a:xfrm flipH="1">
            <a:off x="4845050" y="2057717"/>
            <a:ext cx="1250950" cy="2742565"/>
          </a:xfrm>
          <a:custGeom>
            <a:avLst/>
            <a:gdLst>
              <a:gd name="connisteX0" fmla="*/ 1885950 w 1896110"/>
              <a:gd name="connsiteY0" fmla="*/ 826135 h 4745355"/>
              <a:gd name="connisteX1" fmla="*/ 1885950 w 1896110"/>
              <a:gd name="connsiteY1" fmla="*/ 0 h 4745355"/>
              <a:gd name="connisteX2" fmla="*/ 0 w 1896110"/>
              <a:gd name="connsiteY2" fmla="*/ 0 h 4745355"/>
              <a:gd name="connisteX3" fmla="*/ 0 w 1896110"/>
              <a:gd name="connsiteY3" fmla="*/ 4745355 h 4745355"/>
              <a:gd name="connisteX4" fmla="*/ 1896110 w 1896110"/>
              <a:gd name="connsiteY4" fmla="*/ 4745355 h 4745355"/>
              <a:gd name="connisteX5" fmla="*/ 1896110 w 1896110"/>
              <a:gd name="connsiteY5" fmla="*/ 4003675 h 474535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Lst>
            <a:rect l="l" t="t" r="r" b="b"/>
            <a:pathLst>
              <a:path w="1896110" h="4745355">
                <a:moveTo>
                  <a:pt x="1885950" y="826135"/>
                </a:moveTo>
                <a:lnTo>
                  <a:pt x="1885950" y="0"/>
                </a:lnTo>
                <a:lnTo>
                  <a:pt x="0" y="0"/>
                </a:lnTo>
                <a:lnTo>
                  <a:pt x="0" y="4745355"/>
                </a:lnTo>
                <a:lnTo>
                  <a:pt x="1896110" y="4745355"/>
                </a:lnTo>
                <a:lnTo>
                  <a:pt x="1896110" y="4003675"/>
                </a:lnTo>
              </a:path>
            </a:pathLst>
          </a:cu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7" name="文本占位符 6"/>
          <p:cNvSpPr>
            <a:spLocks noGrp="1"/>
          </p:cNvSpPr>
          <p:nvPr>
            <p:ph type="body" idx="14" hasCustomPrompt="1"/>
            <p:custDataLst>
              <p:tags r:id="rId6"/>
            </p:custDataLst>
          </p:nvPr>
        </p:nvSpPr>
        <p:spPr>
          <a:xfrm>
            <a:off x="798830" y="3939222"/>
            <a:ext cx="4212590" cy="370205"/>
          </a:xfrm>
        </p:spPr>
        <p:txBody>
          <a:bodyPr vert="horz" wrap="square" lIns="0" tIns="0" rIns="0" bIns="0" anchor="t" anchorCtr="0">
            <a:normAutofit/>
          </a:bodyPr>
          <a:lstStyle>
            <a:lvl1pPr marL="457200" marR="0" indent="-457200" algn="r" rtl="0" eaLnBrk="1" fontAlgn="auto">
              <a:lnSpc>
                <a:spcPct val="100000"/>
              </a:lnSpc>
              <a:spcBef>
                <a:spcPts val="0"/>
              </a:spcBef>
              <a:spcAft>
                <a:spcPts val="0"/>
              </a:spcAft>
              <a:buClrTx/>
              <a:buSzPts val="2000"/>
              <a:buFont typeface="Arial" panose="020B0604020202020204" pitchFamily="34" charset="0"/>
              <a:buNone/>
              <a:defRPr sz="2000" b="0" spc="200">
                <a:solidFill>
                  <a:schemeClr val="tx1"/>
                </a:solidFill>
                <a:latin typeface="Arial" panose="020B0604020202020204" pitchFamily="34" charset="0"/>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a:t>单击此处编辑副标题</a:t>
            </a:r>
          </a:p>
        </p:txBody>
      </p:sp>
      <p:sp>
        <p:nvSpPr>
          <p:cNvPr id="2" name="标题 1"/>
          <p:cNvSpPr>
            <a:spLocks noGrp="1"/>
          </p:cNvSpPr>
          <p:nvPr>
            <p:ph type="title" idx="13" hasCustomPrompt="1"/>
            <p:custDataLst>
              <p:tags r:id="rId7"/>
            </p:custDataLst>
          </p:nvPr>
        </p:nvSpPr>
        <p:spPr>
          <a:xfrm>
            <a:off x="798830" y="2562542"/>
            <a:ext cx="4359910" cy="1172210"/>
          </a:xfrm>
        </p:spPr>
        <p:txBody>
          <a:bodyPr vert="horz" wrap="square" lIns="0" tIns="0" rIns="0" bIns="0" anchor="ctr" anchorCtr="0">
            <a:normAutofit/>
          </a:bodyPr>
          <a:lstStyle>
            <a:lvl1pPr marL="0" marR="0" indent="0" algn="r"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spc="700">
                <a:solidFill>
                  <a:schemeClr val="tx1"/>
                </a:solidFill>
                <a:latin typeface="Arial" panose="020B0604020202020204" pitchFamily="34" charset="0"/>
                <a:ea typeface="汉仪旗黑-85S" panose="00020600040101010101" pitchFamily="18" charset="-122"/>
              </a:defRPr>
            </a:lvl1pPr>
          </a:lstStyle>
          <a:p>
            <a:r>
              <a:rPr lang="zh-CN" altLang="en-US" dirty="0"/>
              <a:t>编辑标题</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email"/>
          <a:stretch>
            <a:fillRect/>
          </a:stretch>
        </p:blipFill>
        <p:spPr>
          <a:xfrm>
            <a:off x="0" y="0"/>
            <a:ext cx="720090" cy="601754"/>
          </a:xfrm>
          <a:prstGeom prst="rect">
            <a:avLst/>
          </a:prstGeom>
        </p:spPr>
      </p:pic>
      <p:pic>
        <p:nvPicPr>
          <p:cNvPr id="6" name="图片 5"/>
          <p:cNvPicPr/>
          <p:nvPr userDrawn="1">
            <p:custDataLst>
              <p:tags r:id="rId2"/>
            </p:custDataLst>
          </p:nvPr>
        </p:nvPicPr>
        <p:blipFill>
          <a:blip r:embed="rId10" r:link="rId11" cstate="email"/>
          <a:stretch>
            <a:fillRect/>
          </a:stretch>
        </p:blipFill>
        <p:spPr>
          <a:xfrm>
            <a:off x="11471910" y="0"/>
            <a:ext cx="720090" cy="601754"/>
          </a:xfrm>
          <a:prstGeom prst="rect">
            <a:avLst/>
          </a:prstGeom>
        </p:spPr>
      </p:pic>
      <p:sp>
        <p:nvSpPr>
          <p:cNvPr id="2" name="标题 1"/>
          <p:cNvSpPr>
            <a:spLocks noGrp="1"/>
          </p:cNvSpPr>
          <p:nvPr>
            <p:ph type="title"/>
            <p:custDataLst>
              <p:tags r:id="rId3"/>
            </p:custDataLst>
          </p:nvPr>
        </p:nvSpPr>
        <p:spPr>
          <a:xfrm>
            <a:off x="669882" y="443230"/>
            <a:ext cx="10852237" cy="441964"/>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292075" y="303809"/>
            <a:ext cx="11607851" cy="6250382"/>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8"/>
          <p:cNvPicPr/>
          <p:nvPr userDrawn="1">
            <p:custDataLst>
              <p:tags r:id="rId2"/>
            </p:custDataLst>
          </p:nvPr>
        </p:nvPicPr>
        <p:blipFill>
          <a:blip r:embed="rId10" r:link="rId11" cstate="email"/>
          <a:stretch>
            <a:fillRect/>
          </a:stretch>
        </p:blipFill>
        <p:spPr>
          <a:xfrm>
            <a:off x="0" y="0"/>
            <a:ext cx="720090" cy="601754"/>
          </a:xfrm>
          <a:prstGeom prst="rect">
            <a:avLst/>
          </a:prstGeom>
        </p:spPr>
      </p:pic>
      <p:pic>
        <p:nvPicPr>
          <p:cNvPr id="8" name="图片 7"/>
          <p:cNvPicPr/>
          <p:nvPr userDrawn="1">
            <p:custDataLst>
              <p:tags r:id="rId3"/>
            </p:custDataLst>
          </p:nvPr>
        </p:nvPicPr>
        <p:blipFill>
          <a:blip r:embed="rId12" r:link="rId13" cstate="email"/>
          <a:stretch>
            <a:fillRect/>
          </a:stretch>
        </p:blipFill>
        <p:spPr>
          <a:xfrm>
            <a:off x="11471910" y="0"/>
            <a:ext cx="720090" cy="601754"/>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7"/>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4824603"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8" name="图片 7"/>
          <p:cNvPicPr/>
          <p:nvPr userDrawn="1">
            <p:custDataLst>
              <p:tags r:id="rId2"/>
            </p:custDataLst>
          </p:nvPr>
        </p:nvPicPr>
        <p:blipFill>
          <a:blip r:embed="rId10" r:link="rId11" cstate="email"/>
          <a:stretch>
            <a:fillRect/>
          </a:stretch>
        </p:blipFill>
        <p:spPr>
          <a:xfrm>
            <a:off x="11471910" y="0"/>
            <a:ext cx="720090" cy="601754"/>
          </a:xfrm>
          <a:prstGeom prst="rect">
            <a:avLst/>
          </a:prstGeom>
        </p:spPr>
      </p:pic>
      <p:sp>
        <p:nvSpPr>
          <p:cNvPr id="2" name="标题 1"/>
          <p:cNvSpPr>
            <a:spLocks noGrp="1"/>
          </p:cNvSpPr>
          <p:nvPr>
            <p:ph type="title" hasCustomPrompt="1"/>
            <p:custDataLst>
              <p:tags r:id="rId3"/>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000" cy="2664333"/>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9"/>
          <p:cNvPicPr/>
          <p:nvPr userDrawn="1">
            <p:custDataLst>
              <p:tags r:id="rId2"/>
            </p:custDataLst>
          </p:nvPr>
        </p:nvPicPr>
        <p:blipFill>
          <a:blip r:embed="rId11" r:link="rId12" cstate="email"/>
          <a:stretch>
            <a:fillRect/>
          </a:stretch>
        </p:blipFill>
        <p:spPr>
          <a:xfrm>
            <a:off x="0" y="0"/>
            <a:ext cx="720090" cy="601754"/>
          </a:xfrm>
          <a:prstGeom prst="rect">
            <a:avLst/>
          </a:prstGeom>
        </p:spPr>
      </p:pic>
      <p:pic>
        <p:nvPicPr>
          <p:cNvPr id="8" name="图片 7"/>
          <p:cNvPicPr/>
          <p:nvPr userDrawn="1">
            <p:custDataLst>
              <p:tags r:id="rId3"/>
            </p:custDataLst>
          </p:nvPr>
        </p:nvPicPr>
        <p:blipFill>
          <a:blip r:embed="rId13" r:link="rId14" cstate="email"/>
          <a:stretch>
            <a:fillRect/>
          </a:stretch>
        </p:blipFill>
        <p:spPr>
          <a:xfrm>
            <a:off x="11471910" y="0"/>
            <a:ext cx="720090" cy="601754"/>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pitchFamily="3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5028971"/>
            <a:ext cx="12192000" cy="18290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0" name="图片 9"/>
          <p:cNvPicPr/>
          <p:nvPr userDrawn="1">
            <p:custDataLst>
              <p:tags r:id="rId2"/>
            </p:custDataLst>
          </p:nvPr>
        </p:nvPicPr>
        <p:blipFill>
          <a:blip r:embed="rId11" r:link="rId12" cstate="email"/>
          <a:stretch>
            <a:fillRect/>
          </a:stretch>
        </p:blipFill>
        <p:spPr>
          <a:xfrm>
            <a:off x="0" y="0"/>
            <a:ext cx="720090" cy="601754"/>
          </a:xfrm>
          <a:prstGeom prst="rect">
            <a:avLst/>
          </a:prstGeom>
        </p:spPr>
      </p:pic>
      <p:pic>
        <p:nvPicPr>
          <p:cNvPr id="8" name="图片 7"/>
          <p:cNvPicPr/>
          <p:nvPr userDrawn="1">
            <p:custDataLst>
              <p:tags r:id="rId3"/>
            </p:custDataLst>
          </p:nvPr>
        </p:nvPicPr>
        <p:blipFill>
          <a:blip r:embed="rId13" r:link="rId14" cstate="email"/>
          <a:stretch>
            <a:fillRect/>
          </a:stretch>
        </p:blipFill>
        <p:spPr>
          <a:xfrm>
            <a:off x="11471910" y="0"/>
            <a:ext cx="720090" cy="601754"/>
          </a:xfrm>
          <a:prstGeom prst="rect">
            <a:avLst/>
          </a:prstGeom>
        </p:spPr>
      </p:pic>
      <p:sp>
        <p:nvSpPr>
          <p:cNvPr id="2" name="标题 1"/>
          <p:cNvSpPr>
            <a:spLocks noGrp="1"/>
          </p:cNvSpPr>
          <p:nvPr>
            <p:ph type="title"/>
            <p:custDataLst>
              <p:tags r:id="rId4"/>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0"/>
            <a:ext cx="12192000" cy="9144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12" name="图片 11"/>
          <p:cNvPicPr/>
          <p:nvPr userDrawn="1">
            <p:custDataLst>
              <p:tags r:id="rId2"/>
            </p:custDataLst>
          </p:nvPr>
        </p:nvPicPr>
        <p:blipFill>
          <a:blip r:embed="rId13" r:link="rId14" cstate="email"/>
          <a:stretch>
            <a:fillRect/>
          </a:stretch>
        </p:blipFill>
        <p:spPr>
          <a:xfrm>
            <a:off x="11471910" y="6256246"/>
            <a:ext cx="720090" cy="601754"/>
          </a:xfrm>
          <a:prstGeom prst="rect">
            <a:avLst/>
          </a:prstGeom>
        </p:spPr>
      </p:pic>
      <p:pic>
        <p:nvPicPr>
          <p:cNvPr id="10" name="图片 9"/>
          <p:cNvPicPr/>
          <p:nvPr userDrawn="1">
            <p:custDataLst>
              <p:tags r:id="rId3"/>
            </p:custDataLst>
          </p:nvPr>
        </p:nvPicPr>
        <p:blipFill>
          <a:blip r:embed="rId15" r:link="rId16" cstate="email"/>
          <a:stretch>
            <a:fillRect/>
          </a:stretch>
        </p:blipFill>
        <p:spPr>
          <a:xfrm>
            <a:off x="0" y="6256246"/>
            <a:ext cx="720090" cy="601754"/>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vl2pPr>
              <a:defRPr baseline="0">
                <a:solidFill>
                  <a:schemeClr val="tx1"/>
                </a:solidFill>
                <a:latin typeface="Arial" panose="020B0604020202020204" pitchFamily="34" charset="0"/>
                <a:ea typeface="微软雅黑" panose="020B0503020204020204" pitchFamily="34" charset="-122"/>
              </a:defRPr>
            </a:lvl2pPr>
            <a:lvl3pPr>
              <a:defRPr baseline="0">
                <a:solidFill>
                  <a:schemeClr val="tx1"/>
                </a:solidFill>
                <a:latin typeface="Arial" panose="020B0604020202020204" pitchFamily="34" charset="0"/>
                <a:ea typeface="微软雅黑" panose="020B0503020204020204" pitchFamily="34" charset="-122"/>
              </a:defRPr>
            </a:lvl3pPr>
            <a:lvl4pPr>
              <a:defRPr baseline="0">
                <a:solidFill>
                  <a:schemeClr val="tx1"/>
                </a:solidFill>
                <a:latin typeface="Arial" panose="020B0604020202020204" pitchFamily="34" charset="0"/>
                <a:ea typeface="微软雅黑" panose="020B0503020204020204" pitchFamily="34" charset="-122"/>
              </a:defRPr>
            </a:lvl4pPr>
            <a:lvl5pPr>
              <a:defRPr baseline="0">
                <a:solidFill>
                  <a:schemeClr val="tx1"/>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3691"/>
            <a:ext cx="12192000" cy="4950618"/>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pic>
        <p:nvPicPr>
          <p:cNvPr id="9" name="图片 8"/>
          <p:cNvPicPr/>
          <p:nvPr userDrawn="1">
            <p:custDataLst>
              <p:tags r:id="rId2"/>
            </p:custDataLst>
          </p:nvPr>
        </p:nvPicPr>
        <p:blipFill>
          <a:blip r:embed="rId10" r:link="rId11" cstate="email"/>
          <a:stretch>
            <a:fillRect/>
          </a:stretch>
        </p:blipFill>
        <p:spPr>
          <a:xfrm>
            <a:off x="10571797" y="5504055"/>
            <a:ext cx="1620202" cy="1353945"/>
          </a:xfrm>
          <a:prstGeom prst="rect">
            <a:avLst/>
          </a:prstGeom>
        </p:spPr>
      </p:pic>
      <p:pic>
        <p:nvPicPr>
          <p:cNvPr id="8" name="图片 7"/>
          <p:cNvPicPr/>
          <p:nvPr userDrawn="1">
            <p:custDataLst>
              <p:tags r:id="rId3"/>
            </p:custDataLst>
          </p:nvPr>
        </p:nvPicPr>
        <p:blipFill>
          <a:blip r:embed="rId12" r:link="rId13" cstate="email"/>
          <a:stretch>
            <a:fillRect/>
          </a:stretch>
        </p:blipFill>
        <p:spPr>
          <a:xfrm>
            <a:off x="0" y="5504055"/>
            <a:ext cx="1620202" cy="135394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tags" Target="../tags/tag6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ags" Target="../tags/tag6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ags" Target="../tags/tag6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ags" Target="../tags/tag67.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ags" Target="../tags/tag66.xml"/><Relationship Id="rId10" Type="http://schemas.openxmlformats.org/officeDocument/2006/relationships/slideLayout" Target="../slideLayouts/slideLayout21.xml"/><Relationship Id="rId19"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tags" Target="../tags/tag6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3" Type="http://schemas.openxmlformats.org/officeDocument/2006/relationships/slideLayout" Target="../slideLayouts/slideLayout32.xml"/><Relationship Id="rId21" Type="http://schemas.openxmlformats.org/officeDocument/2006/relationships/tags" Target="../tags/tag206.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tags" Target="../tags/tag210.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tags" Target="../tags/tag20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tags" Target="../tags/tag209.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tags" Target="../tags/tag208.xml"/><Relationship Id="rId10" Type="http://schemas.openxmlformats.org/officeDocument/2006/relationships/slideLayout" Target="../slideLayouts/slideLayout39.xml"/><Relationship Id="rId19" Type="http://schemas.openxmlformats.org/officeDocument/2006/relationships/theme" Target="../theme/theme3.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tags" Target="../tags/tag20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648000"/>
          </a:xfrm>
          <a:prstGeom prst="rect">
            <a:avLst/>
          </a:prstGeom>
        </p:spPr>
        <p:txBody>
          <a:bodyPr vert="horz" lIns="101600" tIns="38100" rIns="76200" bIns="3810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515600"/>
            <a:ext cx="10969200" cy="473688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2020/4/2</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354.xml"/><Relationship Id="rId13" Type="http://schemas.openxmlformats.org/officeDocument/2006/relationships/tags" Target="../tags/tag359.xml"/><Relationship Id="rId18" Type="http://schemas.openxmlformats.org/officeDocument/2006/relationships/image" Target="../media/image13.jpeg"/><Relationship Id="rId3" Type="http://schemas.openxmlformats.org/officeDocument/2006/relationships/tags" Target="../tags/tag349.xml"/><Relationship Id="rId7" Type="http://schemas.openxmlformats.org/officeDocument/2006/relationships/tags" Target="../tags/tag353.xml"/><Relationship Id="rId12" Type="http://schemas.openxmlformats.org/officeDocument/2006/relationships/tags" Target="../tags/tag358.xml"/><Relationship Id="rId17" Type="http://schemas.openxmlformats.org/officeDocument/2006/relationships/image" Target="../media/image12.jpeg"/><Relationship Id="rId2" Type="http://schemas.openxmlformats.org/officeDocument/2006/relationships/tags" Target="../tags/tag348.xml"/><Relationship Id="rId16" Type="http://schemas.openxmlformats.org/officeDocument/2006/relationships/notesSlide" Target="../notesSlides/notesSlide1.xml"/><Relationship Id="rId1" Type="http://schemas.openxmlformats.org/officeDocument/2006/relationships/tags" Target="../tags/tag347.xml"/><Relationship Id="rId6" Type="http://schemas.openxmlformats.org/officeDocument/2006/relationships/tags" Target="../tags/tag352.xml"/><Relationship Id="rId11" Type="http://schemas.openxmlformats.org/officeDocument/2006/relationships/tags" Target="../tags/tag357.xml"/><Relationship Id="rId5" Type="http://schemas.openxmlformats.org/officeDocument/2006/relationships/tags" Target="../tags/tag351.xml"/><Relationship Id="rId15" Type="http://schemas.openxmlformats.org/officeDocument/2006/relationships/slideLayout" Target="../slideLayouts/slideLayout17.xml"/><Relationship Id="rId10" Type="http://schemas.openxmlformats.org/officeDocument/2006/relationships/tags" Target="../tags/tag356.xml"/><Relationship Id="rId4" Type="http://schemas.openxmlformats.org/officeDocument/2006/relationships/tags" Target="../tags/tag350.xml"/><Relationship Id="rId9" Type="http://schemas.openxmlformats.org/officeDocument/2006/relationships/tags" Target="../tags/tag355.xml"/><Relationship Id="rId14" Type="http://schemas.openxmlformats.org/officeDocument/2006/relationships/tags" Target="../tags/tag360.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363.xml"/><Relationship Id="rId7" Type="http://schemas.openxmlformats.org/officeDocument/2006/relationships/image" Target="../media/image14.jpeg"/><Relationship Id="rId2" Type="http://schemas.openxmlformats.org/officeDocument/2006/relationships/tags" Target="../tags/tag362.xml"/><Relationship Id="rId1" Type="http://schemas.openxmlformats.org/officeDocument/2006/relationships/tags" Target="../tags/tag361.xml"/><Relationship Id="rId6" Type="http://schemas.openxmlformats.org/officeDocument/2006/relationships/image" Target="../media/image12.jpeg"/><Relationship Id="rId5" Type="http://schemas.openxmlformats.org/officeDocument/2006/relationships/slideLayout" Target="../slideLayouts/slideLayout7.xml"/><Relationship Id="rId4" Type="http://schemas.openxmlformats.org/officeDocument/2006/relationships/tags" Target="../tags/tag364.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367.xml"/><Relationship Id="rId7" Type="http://schemas.openxmlformats.org/officeDocument/2006/relationships/image" Target="../media/image14.jpeg"/><Relationship Id="rId2" Type="http://schemas.openxmlformats.org/officeDocument/2006/relationships/tags" Target="../tags/tag366.xml"/><Relationship Id="rId1" Type="http://schemas.openxmlformats.org/officeDocument/2006/relationships/tags" Target="../tags/tag365.xml"/><Relationship Id="rId6" Type="http://schemas.openxmlformats.org/officeDocument/2006/relationships/image" Target="../media/image12.jpeg"/><Relationship Id="rId5" Type="http://schemas.openxmlformats.org/officeDocument/2006/relationships/slideLayout" Target="../slideLayouts/slideLayout7.xml"/><Relationship Id="rId4" Type="http://schemas.openxmlformats.org/officeDocument/2006/relationships/tags" Target="../tags/tag368.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371.xml"/><Relationship Id="rId7" Type="http://schemas.openxmlformats.org/officeDocument/2006/relationships/image" Target="../media/image17.png"/><Relationship Id="rId2" Type="http://schemas.openxmlformats.org/officeDocument/2006/relationships/tags" Target="../tags/tag370.xml"/><Relationship Id="rId1" Type="http://schemas.openxmlformats.org/officeDocument/2006/relationships/tags" Target="../tags/tag369.xml"/><Relationship Id="rId6" Type="http://schemas.openxmlformats.org/officeDocument/2006/relationships/image" Target="../media/image16.png"/><Relationship Id="rId5" Type="http://schemas.openxmlformats.org/officeDocument/2006/relationships/image" Target="../media/image12.jpeg"/><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1.png"/><Relationship Id="rId2" Type="http://schemas.openxmlformats.org/officeDocument/2006/relationships/tags" Target="../tags/tag373.xml"/><Relationship Id="rId1" Type="http://schemas.openxmlformats.org/officeDocument/2006/relationships/tags" Target="../tags/tag37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tags" Target="../tags/tag376.xml"/><Relationship Id="rId7" Type="http://schemas.openxmlformats.org/officeDocument/2006/relationships/image" Target="../media/image22.png"/><Relationship Id="rId2" Type="http://schemas.openxmlformats.org/officeDocument/2006/relationships/tags" Target="../tags/tag375.xml"/><Relationship Id="rId1" Type="http://schemas.openxmlformats.org/officeDocument/2006/relationships/tags" Target="../tags/tag374.xml"/><Relationship Id="rId6" Type="http://schemas.openxmlformats.org/officeDocument/2006/relationships/image" Target="../media/image16.png"/><Relationship Id="rId5" Type="http://schemas.openxmlformats.org/officeDocument/2006/relationships/image" Target="../media/image12.jpeg"/><Relationship Id="rId4"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379.xml"/><Relationship Id="rId7" Type="http://schemas.openxmlformats.org/officeDocument/2006/relationships/image" Target="../media/image24.png"/><Relationship Id="rId2" Type="http://schemas.openxmlformats.org/officeDocument/2006/relationships/tags" Target="../tags/tag378.xml"/><Relationship Id="rId1" Type="http://schemas.openxmlformats.org/officeDocument/2006/relationships/tags" Target="../tags/tag377.xml"/><Relationship Id="rId6" Type="http://schemas.openxmlformats.org/officeDocument/2006/relationships/image" Target="../media/image16.png"/><Relationship Id="rId5" Type="http://schemas.openxmlformats.org/officeDocument/2006/relationships/image" Target="../media/image12.jpeg"/><Relationship Id="rId4"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tags" Target="../tags/tag382.xml"/><Relationship Id="rId7" Type="http://schemas.openxmlformats.org/officeDocument/2006/relationships/image" Target="../media/image26.png"/><Relationship Id="rId2" Type="http://schemas.openxmlformats.org/officeDocument/2006/relationships/tags" Target="../tags/tag381.xml"/><Relationship Id="rId1" Type="http://schemas.openxmlformats.org/officeDocument/2006/relationships/tags" Target="../tags/tag380.xml"/><Relationship Id="rId6" Type="http://schemas.openxmlformats.org/officeDocument/2006/relationships/image" Target="../media/image16.png"/><Relationship Id="rId5" Type="http://schemas.openxmlformats.org/officeDocument/2006/relationships/slideLayout" Target="../slideLayouts/slideLayout7.xml"/><Relationship Id="rId4" Type="http://schemas.openxmlformats.org/officeDocument/2006/relationships/tags" Target="../tags/tag383.xml"/></Relationships>
</file>

<file path=ppt/slides/_rels/slide10.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tags" Target="../tags/tag386.xml"/><Relationship Id="rId7" Type="http://schemas.openxmlformats.org/officeDocument/2006/relationships/image" Target="../media/image27.png"/><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image" Target="../media/image12.jpeg"/><Relationship Id="rId5" Type="http://schemas.openxmlformats.org/officeDocument/2006/relationships/slideLayout" Target="../slideLayouts/slideLayout4.xml"/><Relationship Id="rId4" Type="http://schemas.openxmlformats.org/officeDocument/2006/relationships/tags" Target="../tags/tag38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389.xml"/><Relationship Id="rId1" Type="http://schemas.openxmlformats.org/officeDocument/2006/relationships/tags" Target="../tags/tag388.xml"/><Relationship Id="rId4"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一鸣</a:t>
            </a:r>
          </a:p>
        </p:txBody>
      </p:sp>
      <p:sp>
        <p:nvSpPr>
          <p:cNvPr id="3" name="副标题 2"/>
          <p:cNvSpPr>
            <a:spLocks noGrp="1"/>
          </p:cNvSpPr>
          <p:nvPr>
            <p:ph type="subTitle" idx="1"/>
          </p:nvPr>
        </p:nvSpPr>
        <p:spPr>
          <a:xfrm>
            <a:off x="1198800" y="3841070"/>
            <a:ext cx="9799200" cy="1472400"/>
          </a:xfrm>
        </p:spPr>
        <p:txBody>
          <a:bodyPr/>
          <a:lstStyle/>
          <a:p>
            <a:r>
              <a:rPr lang="zh-CN" altLang="en-US"/>
              <a:t>成员</a:t>
            </a:r>
          </a:p>
          <a:p>
            <a:r>
              <a:rPr lang="zh-CN" altLang="en-US"/>
              <a:t>文育金，王庆林，李伟铭</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7"/>
          <a:stretch>
            <a:fillRect/>
          </a:stretch>
        </a:blipFill>
        <a:effectLst/>
      </p:bgPr>
    </p:bg>
    <p:spTree>
      <p:nvGrpSpPr>
        <p:cNvPr id="1" name=""/>
        <p:cNvGrpSpPr/>
        <p:nvPr/>
      </p:nvGrpSpPr>
      <p:grpSpPr>
        <a:xfrm>
          <a:off x="0" y="0"/>
          <a:ext cx="0" cy="0"/>
          <a:chOff x="0" y="0"/>
          <a:chExt cx="0" cy="0"/>
        </a:xfrm>
      </p:grpSpPr>
      <p:sp>
        <p:nvSpPr>
          <p:cNvPr id="90" name="文本框 89"/>
          <p:cNvSpPr txBox="1"/>
          <p:nvPr>
            <p:custDataLst>
              <p:tags r:id="rId2"/>
            </p:custDataLst>
          </p:nvPr>
        </p:nvSpPr>
        <p:spPr>
          <a:xfrm>
            <a:off x="6891338" y="1744980"/>
            <a:ext cx="3435350" cy="330835"/>
          </a:xfrm>
          <a:prstGeom prst="rect">
            <a:avLst/>
          </a:prstGeom>
          <a:noFill/>
        </p:spPr>
        <p:txBody>
          <a:bodyPr wrap="square" lIns="91440" tIns="45720" rIns="91440" bIns="0" anchor="b">
            <a:normAutofit fontScale="90000" lnSpcReduction="10000"/>
          </a:bodyPr>
          <a:lstStyle/>
          <a:p>
            <a:pPr lvl="0" algn="l">
              <a:lnSpc>
                <a:spcPct val="120000"/>
              </a:lnSpc>
              <a:buClrTx/>
              <a:buSzTx/>
              <a:buFontTx/>
            </a:pPr>
            <a:r>
              <a:rPr lang="zh-CN" altLang="en-US" b="1" spc="200">
                <a:solidFill>
                  <a:schemeClr val="tx1">
                    <a:lumMod val="85000"/>
                    <a:lumOff val="15000"/>
                  </a:schemeClr>
                </a:solidFill>
                <a:uFillTx/>
                <a:latin typeface="Arial" panose="020B0604020202020204" pitchFamily="34" charset="0"/>
                <a:ea typeface="微软雅黑" panose="020B0503020204020204" pitchFamily="34" charset="-122"/>
                <a:sym typeface="Arial" panose="020B0604020202020204" pitchFamily="34" charset="0"/>
              </a:rPr>
              <a:t>项目概况</a:t>
            </a:r>
          </a:p>
        </p:txBody>
      </p:sp>
      <p:sp>
        <p:nvSpPr>
          <p:cNvPr id="91" name="文本框 90"/>
          <p:cNvSpPr txBox="1"/>
          <p:nvPr>
            <p:custDataLst>
              <p:tags r:id="rId3"/>
            </p:custDataLst>
          </p:nvPr>
        </p:nvSpPr>
        <p:spPr>
          <a:xfrm>
            <a:off x="6891338" y="2120900"/>
            <a:ext cx="3435350" cy="577215"/>
          </a:xfrm>
          <a:prstGeom prst="rect">
            <a:avLst/>
          </a:prstGeom>
          <a:noFill/>
        </p:spPr>
        <p:txBody>
          <a:bodyPr wrap="square" lIns="91440" tIns="0" rIns="91440" bIns="45720">
            <a:normAutofit/>
          </a:bodyPr>
          <a:lstStyle/>
          <a:p>
            <a:pPr>
              <a:lnSpc>
                <a:spcPct val="120000"/>
              </a:lnSpc>
            </a:pPr>
            <a:r>
              <a:rPr lang="zh-CN" altLang="en-US" sz="1400" spc="150">
                <a:solidFill>
                  <a:schemeClr val="tx1">
                    <a:lumMod val="65000"/>
                    <a:lumOff val="35000"/>
                  </a:schemeClr>
                </a:solidFill>
                <a:uFillTx/>
                <a:latin typeface="Arial" panose="020B0604020202020204" pitchFamily="34" charset="0"/>
                <a:ea typeface="微软雅黑" panose="020B0503020204020204" pitchFamily="34" charset="-122"/>
                <a:sym typeface="Arial" panose="020B0604020202020204" pitchFamily="34" charset="0"/>
              </a:rPr>
              <a:t>主要介绍该产品与其他产品之间的优势</a:t>
            </a:r>
          </a:p>
        </p:txBody>
      </p:sp>
      <p:sp>
        <p:nvSpPr>
          <p:cNvPr id="88" name="文本框 87"/>
          <p:cNvSpPr txBox="1"/>
          <p:nvPr>
            <p:custDataLst>
              <p:tags r:id="rId4"/>
            </p:custDataLst>
          </p:nvPr>
        </p:nvSpPr>
        <p:spPr>
          <a:xfrm>
            <a:off x="5928678" y="1884045"/>
            <a:ext cx="711200" cy="521970"/>
          </a:xfrm>
          <a:prstGeom prst="rect">
            <a:avLst/>
          </a:prstGeom>
          <a:noFill/>
        </p:spPr>
        <p:txBody>
          <a:bodyPr wrap="square" rtlCol="0">
            <a:normAutofit/>
            <a:scene3d>
              <a:camera prst="orthographicFront"/>
              <a:lightRig rig="threePt" dir="t"/>
            </a:scene3d>
            <a:sp3d contourW="12700"/>
          </a:bodyPr>
          <a:lstStyle/>
          <a:p>
            <a:pPr algn="ctr"/>
            <a:r>
              <a:rPr lang="en-US" altLang="zh-CN" sz="2800" b="1" spc="300" dirty="0">
                <a:solidFill>
                  <a:schemeClr val="accent1"/>
                </a:solidFill>
                <a:latin typeface="Arial" panose="020B0604020202020204" pitchFamily="34" charset="0"/>
                <a:ea typeface="微软雅黑" panose="020B0503020204020204" pitchFamily="34" charset="-122"/>
                <a:cs typeface="+mj-lt"/>
                <a:sym typeface="Arial" panose="020B0604020202020204" pitchFamily="34" charset="0"/>
              </a:rPr>
              <a:t>01</a:t>
            </a:r>
          </a:p>
        </p:txBody>
      </p:sp>
      <p:cxnSp>
        <p:nvCxnSpPr>
          <p:cNvPr id="89" name="直接连接符 88"/>
          <p:cNvCxnSpPr/>
          <p:nvPr>
            <p:custDataLst>
              <p:tags r:id="rId5"/>
            </p:custDataLst>
          </p:nvPr>
        </p:nvCxnSpPr>
        <p:spPr>
          <a:xfrm>
            <a:off x="6680518" y="1827530"/>
            <a:ext cx="0" cy="787400"/>
          </a:xfrm>
          <a:prstGeom prst="line">
            <a:avLst/>
          </a:prstGeom>
          <a:ln w="69850"/>
        </p:spPr>
        <p:style>
          <a:lnRef idx="1">
            <a:schemeClr val="accent1"/>
          </a:lnRef>
          <a:fillRef idx="0">
            <a:schemeClr val="accent1"/>
          </a:fillRef>
          <a:effectRef idx="0">
            <a:schemeClr val="accent1"/>
          </a:effectRef>
          <a:fontRef idx="minor">
            <a:schemeClr val="tx1"/>
          </a:fontRef>
        </p:style>
      </p:cxnSp>
      <p:sp>
        <p:nvSpPr>
          <p:cNvPr id="75" name="文本框 74"/>
          <p:cNvSpPr txBox="1"/>
          <p:nvPr>
            <p:custDataLst>
              <p:tags r:id="rId6"/>
            </p:custDataLst>
          </p:nvPr>
        </p:nvSpPr>
        <p:spPr>
          <a:xfrm>
            <a:off x="5928678" y="3173730"/>
            <a:ext cx="711200" cy="521970"/>
          </a:xfrm>
          <a:prstGeom prst="rect">
            <a:avLst/>
          </a:prstGeom>
          <a:noFill/>
        </p:spPr>
        <p:txBody>
          <a:bodyPr wrap="square" rtlCol="0">
            <a:normAutofit/>
            <a:scene3d>
              <a:camera prst="orthographicFront"/>
              <a:lightRig rig="threePt" dir="t"/>
            </a:scene3d>
            <a:sp3d contourW="12700"/>
          </a:bodyPr>
          <a:lstStyle/>
          <a:p>
            <a:pPr algn="ctr"/>
            <a:r>
              <a:rPr lang="en-US" altLang="zh-CN" sz="2800" b="1" spc="300" dirty="0">
                <a:solidFill>
                  <a:schemeClr val="accent1"/>
                </a:solidFill>
                <a:latin typeface="Arial" panose="020B0604020202020204" pitchFamily="34" charset="0"/>
                <a:ea typeface="微软雅黑" panose="020B0503020204020204" pitchFamily="34" charset="-122"/>
                <a:cs typeface="+mj-lt"/>
                <a:sym typeface="Arial" panose="020B0604020202020204" pitchFamily="34" charset="0"/>
              </a:rPr>
              <a:t>02</a:t>
            </a:r>
          </a:p>
        </p:txBody>
      </p:sp>
      <p:cxnSp>
        <p:nvCxnSpPr>
          <p:cNvPr id="76" name="直接连接符 75"/>
          <p:cNvCxnSpPr/>
          <p:nvPr>
            <p:custDataLst>
              <p:tags r:id="rId7"/>
            </p:custDataLst>
          </p:nvPr>
        </p:nvCxnSpPr>
        <p:spPr>
          <a:xfrm>
            <a:off x="6680518" y="3041015"/>
            <a:ext cx="0" cy="787400"/>
          </a:xfrm>
          <a:prstGeom prst="line">
            <a:avLst/>
          </a:prstGeom>
          <a:ln w="69850"/>
        </p:spPr>
        <p:style>
          <a:lnRef idx="1">
            <a:schemeClr val="accent1"/>
          </a:lnRef>
          <a:fillRef idx="0">
            <a:schemeClr val="accent1"/>
          </a:fillRef>
          <a:effectRef idx="0">
            <a:schemeClr val="accent1"/>
          </a:effectRef>
          <a:fontRef idx="minor">
            <a:schemeClr val="tx1"/>
          </a:fontRef>
        </p:style>
      </p:cxnSp>
      <p:sp>
        <p:nvSpPr>
          <p:cNvPr id="80" name="文本框 79"/>
          <p:cNvSpPr txBox="1"/>
          <p:nvPr>
            <p:custDataLst>
              <p:tags r:id="rId8"/>
            </p:custDataLst>
          </p:nvPr>
        </p:nvSpPr>
        <p:spPr>
          <a:xfrm>
            <a:off x="6891338" y="2958465"/>
            <a:ext cx="3435350" cy="330835"/>
          </a:xfrm>
          <a:prstGeom prst="rect">
            <a:avLst/>
          </a:prstGeom>
          <a:noFill/>
        </p:spPr>
        <p:txBody>
          <a:bodyPr wrap="square" lIns="91440" tIns="45720" rIns="91440" bIns="0" anchor="b">
            <a:normAutofit fontScale="90000" lnSpcReduction="10000"/>
          </a:bodyPr>
          <a:lstStyle/>
          <a:p>
            <a:pPr lvl="0" algn="l">
              <a:lnSpc>
                <a:spcPct val="120000"/>
              </a:lnSpc>
              <a:buClrTx/>
              <a:buSzTx/>
              <a:buFontTx/>
            </a:pPr>
            <a:r>
              <a:rPr lang="zh-CN" altLang="en-US" b="1" spc="200">
                <a:solidFill>
                  <a:schemeClr val="tx1">
                    <a:lumMod val="85000"/>
                    <a:lumOff val="15000"/>
                  </a:schemeClr>
                </a:solidFill>
                <a:uFillTx/>
                <a:latin typeface="Arial" panose="020B0604020202020204" pitchFamily="34" charset="0"/>
                <a:ea typeface="微软雅黑" panose="020B0503020204020204" pitchFamily="34" charset="-122"/>
                <a:sym typeface="Arial" panose="020B0604020202020204" pitchFamily="34" charset="0"/>
              </a:rPr>
              <a:t>基本功能介绍</a:t>
            </a:r>
          </a:p>
        </p:txBody>
      </p:sp>
      <p:sp>
        <p:nvSpPr>
          <p:cNvPr id="85" name="文本框 84"/>
          <p:cNvSpPr txBox="1"/>
          <p:nvPr>
            <p:custDataLst>
              <p:tags r:id="rId9"/>
            </p:custDataLst>
          </p:nvPr>
        </p:nvSpPr>
        <p:spPr>
          <a:xfrm>
            <a:off x="6891338" y="3335020"/>
            <a:ext cx="3435350" cy="577215"/>
          </a:xfrm>
          <a:prstGeom prst="rect">
            <a:avLst/>
          </a:prstGeom>
          <a:noFill/>
        </p:spPr>
        <p:txBody>
          <a:bodyPr wrap="square" lIns="91440" tIns="0" rIns="91440" bIns="45720">
            <a:normAutofit/>
          </a:bodyPr>
          <a:lstStyle/>
          <a:p>
            <a:pPr>
              <a:lnSpc>
                <a:spcPct val="120000"/>
              </a:lnSpc>
            </a:pPr>
            <a:r>
              <a:rPr lang="zh-CN" altLang="en-US" sz="1400" spc="150">
                <a:solidFill>
                  <a:schemeClr val="tx1">
                    <a:lumMod val="65000"/>
                    <a:lumOff val="35000"/>
                  </a:schemeClr>
                </a:solidFill>
                <a:uFillTx/>
                <a:latin typeface="Arial" panose="020B0604020202020204" pitchFamily="34" charset="0"/>
                <a:ea typeface="微软雅黑" panose="020B0503020204020204" pitchFamily="34" charset="-122"/>
                <a:sym typeface="Arial" panose="020B0604020202020204" pitchFamily="34" charset="0"/>
              </a:rPr>
              <a:t>帮助了解到该产品的功能</a:t>
            </a:r>
          </a:p>
        </p:txBody>
      </p:sp>
      <p:sp>
        <p:nvSpPr>
          <p:cNvPr id="68" name="文本框 67"/>
          <p:cNvSpPr txBox="1"/>
          <p:nvPr>
            <p:custDataLst>
              <p:tags r:id="rId10"/>
            </p:custDataLst>
          </p:nvPr>
        </p:nvSpPr>
        <p:spPr>
          <a:xfrm>
            <a:off x="5928678" y="4387850"/>
            <a:ext cx="711200" cy="521970"/>
          </a:xfrm>
          <a:prstGeom prst="rect">
            <a:avLst/>
          </a:prstGeom>
          <a:noFill/>
        </p:spPr>
        <p:txBody>
          <a:bodyPr wrap="square" rtlCol="0">
            <a:normAutofit/>
            <a:scene3d>
              <a:camera prst="orthographicFront"/>
              <a:lightRig rig="threePt" dir="t"/>
            </a:scene3d>
            <a:sp3d contourW="12700"/>
          </a:bodyPr>
          <a:lstStyle/>
          <a:p>
            <a:pPr algn="ctr"/>
            <a:r>
              <a:rPr lang="en-US" altLang="zh-CN" sz="2800" b="1" spc="300" dirty="0">
                <a:solidFill>
                  <a:schemeClr val="accent1"/>
                </a:solidFill>
                <a:latin typeface="Arial" panose="020B0604020202020204" pitchFamily="34" charset="0"/>
                <a:ea typeface="微软雅黑" panose="020B0503020204020204" pitchFamily="34" charset="-122"/>
                <a:cs typeface="+mj-lt"/>
                <a:sym typeface="Arial" panose="020B0604020202020204" pitchFamily="34" charset="0"/>
              </a:rPr>
              <a:t>03</a:t>
            </a:r>
          </a:p>
        </p:txBody>
      </p:sp>
      <p:cxnSp>
        <p:nvCxnSpPr>
          <p:cNvPr id="69" name="直接连接符 68"/>
          <p:cNvCxnSpPr/>
          <p:nvPr>
            <p:custDataLst>
              <p:tags r:id="rId11"/>
            </p:custDataLst>
          </p:nvPr>
        </p:nvCxnSpPr>
        <p:spPr>
          <a:xfrm>
            <a:off x="6680518" y="4255135"/>
            <a:ext cx="0" cy="787400"/>
          </a:xfrm>
          <a:prstGeom prst="line">
            <a:avLst/>
          </a:prstGeom>
          <a:ln w="69850"/>
        </p:spPr>
        <p:style>
          <a:lnRef idx="1">
            <a:schemeClr val="accent1"/>
          </a:lnRef>
          <a:fillRef idx="0">
            <a:schemeClr val="accent1"/>
          </a:fillRef>
          <a:effectRef idx="0">
            <a:schemeClr val="accent1"/>
          </a:effectRef>
          <a:fontRef idx="minor">
            <a:schemeClr val="tx1"/>
          </a:fontRef>
        </p:style>
      </p:cxnSp>
      <p:sp>
        <p:nvSpPr>
          <p:cNvPr id="73" name="文本框 72"/>
          <p:cNvSpPr txBox="1"/>
          <p:nvPr>
            <p:custDataLst>
              <p:tags r:id="rId12"/>
            </p:custDataLst>
          </p:nvPr>
        </p:nvSpPr>
        <p:spPr>
          <a:xfrm>
            <a:off x="6891973" y="4172585"/>
            <a:ext cx="3435350" cy="330835"/>
          </a:xfrm>
          <a:prstGeom prst="rect">
            <a:avLst/>
          </a:prstGeom>
          <a:noFill/>
        </p:spPr>
        <p:txBody>
          <a:bodyPr wrap="square" lIns="91440" tIns="45720" rIns="91440" bIns="0" anchor="b">
            <a:normAutofit fontScale="90000" lnSpcReduction="10000"/>
          </a:bodyPr>
          <a:lstStyle/>
          <a:p>
            <a:pPr lvl="0" algn="l">
              <a:lnSpc>
                <a:spcPct val="120000"/>
              </a:lnSpc>
              <a:buClrTx/>
              <a:buSzTx/>
              <a:buFontTx/>
            </a:pPr>
            <a:r>
              <a:rPr lang="zh-CN" altLang="en-US" b="1" spc="200">
                <a:solidFill>
                  <a:schemeClr val="tx1">
                    <a:lumMod val="85000"/>
                    <a:lumOff val="15000"/>
                  </a:schemeClr>
                </a:solidFill>
                <a:uFillTx/>
                <a:latin typeface="Arial" panose="020B0604020202020204" pitchFamily="34" charset="0"/>
                <a:ea typeface="微软雅黑" panose="020B0503020204020204" pitchFamily="34" charset="-122"/>
                <a:sym typeface="Arial" panose="020B0604020202020204" pitchFamily="34" charset="0"/>
              </a:rPr>
              <a:t>产品优势</a:t>
            </a:r>
          </a:p>
        </p:txBody>
      </p:sp>
      <p:sp>
        <p:nvSpPr>
          <p:cNvPr id="74" name="文本框 73"/>
          <p:cNvSpPr txBox="1"/>
          <p:nvPr>
            <p:custDataLst>
              <p:tags r:id="rId13"/>
            </p:custDataLst>
          </p:nvPr>
        </p:nvSpPr>
        <p:spPr>
          <a:xfrm>
            <a:off x="6891973" y="4548505"/>
            <a:ext cx="3435350" cy="577215"/>
          </a:xfrm>
          <a:prstGeom prst="rect">
            <a:avLst/>
          </a:prstGeom>
          <a:noFill/>
        </p:spPr>
        <p:txBody>
          <a:bodyPr wrap="square" lIns="91440" tIns="0" rIns="91440" bIns="45720">
            <a:normAutofit/>
          </a:bodyPr>
          <a:lstStyle/>
          <a:p>
            <a:pPr>
              <a:lnSpc>
                <a:spcPct val="120000"/>
              </a:lnSpc>
            </a:pPr>
            <a:r>
              <a:rPr lang="zh-CN" altLang="en-US" sz="1400" spc="150">
                <a:solidFill>
                  <a:schemeClr val="tx1">
                    <a:lumMod val="65000"/>
                    <a:lumOff val="35000"/>
                  </a:schemeClr>
                </a:solidFill>
                <a:uFillTx/>
                <a:latin typeface="Arial" panose="020B0604020202020204" pitchFamily="34" charset="0"/>
                <a:ea typeface="微软雅黑" panose="020B0503020204020204" pitchFamily="34" charset="-122"/>
                <a:sym typeface="Arial" panose="020B0604020202020204" pitchFamily="34" charset="0"/>
              </a:rPr>
              <a:t>让大家了解到产品的 优势</a:t>
            </a:r>
          </a:p>
        </p:txBody>
      </p:sp>
      <p:sp>
        <p:nvSpPr>
          <p:cNvPr id="8" name="文本框 7"/>
          <p:cNvSpPr txBox="1"/>
          <p:nvPr>
            <p:custDataLst>
              <p:tags r:id="rId14"/>
            </p:custDataLst>
          </p:nvPr>
        </p:nvSpPr>
        <p:spPr>
          <a:xfrm>
            <a:off x="6949386" y="426402"/>
            <a:ext cx="1659890" cy="706755"/>
          </a:xfrm>
          <a:prstGeom prst="rect">
            <a:avLst/>
          </a:prstGeom>
          <a:noFill/>
        </p:spPr>
        <p:txBody>
          <a:bodyPr wrap="square" lIns="0" rtlCol="0">
            <a:normAutofit/>
          </a:bodyPr>
          <a:lstStyle>
            <a:defPPr>
              <a:defRPr lang="zh-CN"/>
            </a:defPPr>
            <a:lvl1pPr>
              <a:defRPr sz="4000" b="1" spc="600">
                <a:solidFill>
                  <a:schemeClr val="tx1">
                    <a:lumMod val="85000"/>
                    <a:lumOff val="15000"/>
                  </a:schemeClr>
                </a:solidFill>
                <a:uFillTx/>
                <a:latin typeface="Arial" panose="020B0604020202020204" pitchFamily="34" charset="0"/>
                <a:ea typeface="微软雅黑" panose="020B0503020204020204" pitchFamily="34" charset="-122"/>
              </a:defRPr>
            </a:lvl1pPr>
          </a:lstStyle>
          <a:p>
            <a:r>
              <a:rPr lang="zh-CN" altLang="en-US" b="0">
                <a:solidFill>
                  <a:schemeClr val="tx1">
                    <a:lumMod val="85000"/>
                    <a:lumOff val="15000"/>
                  </a:schemeClr>
                </a:solidFill>
                <a:ea typeface="汉仪旗黑-85S" panose="00020600040101010101" pitchFamily="18" charset="-122"/>
                <a:sym typeface="Arial" panose="020B0604020202020204" pitchFamily="34" charset="0"/>
              </a:rPr>
              <a:t>目录</a:t>
            </a:r>
          </a:p>
        </p:txBody>
      </p:sp>
      <p:pic>
        <p:nvPicPr>
          <p:cNvPr id="2" name="图片 1" descr="u=3191174401,3575471438&amp;fm=26&amp;gp=0"/>
          <p:cNvPicPr>
            <a:picLocks noChangeAspect="1"/>
          </p:cNvPicPr>
          <p:nvPr/>
        </p:nvPicPr>
        <p:blipFill>
          <a:blip r:embed="rId18"/>
          <a:srcRect t="26722" r="2091"/>
          <a:stretch>
            <a:fillRect/>
          </a:stretch>
        </p:blipFill>
        <p:spPr>
          <a:xfrm>
            <a:off x="3249295" y="180340"/>
            <a:ext cx="2586990" cy="1452245"/>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17" name="文本框 16"/>
          <p:cNvSpPr txBox="1"/>
          <p:nvPr>
            <p:custDataLst>
              <p:tags r:id="rId2"/>
            </p:custDataLst>
          </p:nvPr>
        </p:nvSpPr>
        <p:spPr>
          <a:xfrm>
            <a:off x="2593975" y="2046605"/>
            <a:ext cx="4876800" cy="3666491"/>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30000"/>
              </a:lnSpc>
              <a:spcBef>
                <a:spcPts val="0"/>
              </a:spcBef>
              <a:spcAft>
                <a:spcPts val="1000"/>
              </a:spcAft>
            </a:pPr>
            <a:r>
              <a:rPr lang="zh-CN" altLang="en-US" sz="2000" dirty="0">
                <a:solidFill>
                  <a:schemeClr val="tx1">
                    <a:lumMod val="65000"/>
                    <a:lumOff val="35000"/>
                  </a:schemeClr>
                </a:solidFill>
                <a:uFillTx/>
                <a:latin typeface="Arial" panose="020B0604020202020204" pitchFamily="34" charset="0"/>
                <a:ea typeface="微软雅黑" panose="020B0503020204020204" pitchFamily="34" charset="-122"/>
                <a:sym typeface="Arial" panose="020B0604020202020204" pitchFamily="34" charset="0"/>
              </a:rPr>
              <a:t>整个项目都是使用</a:t>
            </a:r>
            <a:r>
              <a:rPr lang="en-US" altLang="zh-CN" sz="2000" dirty="0">
                <a:solidFill>
                  <a:schemeClr val="tx1">
                    <a:lumMod val="65000"/>
                    <a:lumOff val="35000"/>
                  </a:schemeClr>
                </a:solidFill>
                <a:uFillTx/>
                <a:latin typeface="Arial" panose="020B0604020202020204" pitchFamily="34" charset="0"/>
                <a:ea typeface="微软雅黑" panose="020B0503020204020204" pitchFamily="34" charset="-122"/>
                <a:sym typeface="Arial" panose="020B0604020202020204" pitchFamily="34" charset="0"/>
              </a:rPr>
              <a:t>c/c++</a:t>
            </a:r>
            <a:r>
              <a:rPr lang="zh-CN" altLang="en-US" sz="2000" dirty="0">
                <a:solidFill>
                  <a:schemeClr val="tx1">
                    <a:lumMod val="65000"/>
                    <a:lumOff val="35000"/>
                  </a:schemeClr>
                </a:solidFill>
                <a:uFillTx/>
                <a:latin typeface="Arial" panose="020B0604020202020204" pitchFamily="34" charset="0"/>
                <a:ea typeface="微软雅黑" panose="020B0503020204020204" pitchFamily="34" charset="-122"/>
                <a:sym typeface="Arial" panose="020B0604020202020204" pitchFamily="34" charset="0"/>
              </a:rPr>
              <a:t>语言编写，便捷，不费空间在，保密性强，现阶段由于时间紧凑，完成了产品的雏形，功能完善</a:t>
            </a:r>
          </a:p>
        </p:txBody>
      </p:sp>
      <p:sp>
        <p:nvSpPr>
          <p:cNvPr id="18" name="文本框 17"/>
          <p:cNvSpPr txBox="1"/>
          <p:nvPr>
            <p:custDataLst>
              <p:tags r:id="rId3"/>
            </p:custDataLst>
          </p:nvPr>
        </p:nvSpPr>
        <p:spPr>
          <a:xfrm>
            <a:off x="1134745" y="680085"/>
            <a:ext cx="3846195" cy="1076325"/>
          </a:xfrm>
          <a:prstGeom prst="rect">
            <a:avLst/>
          </a:prstGeom>
          <a:noFill/>
        </p:spPr>
        <p:txBody>
          <a:bodyPr wrap="square" rtlCol="0" anchor="b" anchorCtr="0">
            <a:normAutofit/>
          </a:bodyPr>
          <a:lstStyle/>
          <a:p>
            <a:pPr algn="l"/>
            <a:r>
              <a:rPr lang="en-US" altLang="zh-CN" sz="3600" b="1" spc="200" dirty="0">
                <a:solidFill>
                  <a:schemeClr val="tx1">
                    <a:lumMod val="85000"/>
                    <a:lumOff val="15000"/>
                  </a:schemeClr>
                </a:solidFill>
                <a:uFillTx/>
                <a:latin typeface="Arial" panose="020B0604020202020204" pitchFamily="34" charset="0"/>
                <a:ea typeface="微软雅黑" panose="020B0503020204020204" pitchFamily="34" charset="-122"/>
                <a:sym typeface="Arial" panose="020B0604020202020204" pitchFamily="34" charset="0"/>
              </a:rPr>
              <a:t>01</a:t>
            </a:r>
            <a:r>
              <a:rPr lang="zh-CN" altLang="en-US" sz="3600" b="1" spc="200" dirty="0">
                <a:solidFill>
                  <a:schemeClr val="tx1">
                    <a:lumMod val="85000"/>
                    <a:lumOff val="15000"/>
                  </a:schemeClr>
                </a:solidFill>
                <a:uFillTx/>
                <a:latin typeface="Arial" panose="020B0604020202020204" pitchFamily="34" charset="0"/>
                <a:ea typeface="微软雅黑" panose="020B0503020204020204" pitchFamily="34" charset="-122"/>
                <a:sym typeface="Arial" panose="020B0604020202020204" pitchFamily="34" charset="0"/>
              </a:rPr>
              <a:t>、项目概况</a:t>
            </a:r>
          </a:p>
        </p:txBody>
      </p:sp>
      <p:pic>
        <p:nvPicPr>
          <p:cNvPr id="2" name="图片 1" descr="u=1975547881,3580023268&amp;fm=26&amp;gp=0"/>
          <p:cNvPicPr>
            <a:picLocks noChangeAspect="1"/>
          </p:cNvPicPr>
          <p:nvPr>
            <p:custDataLst>
              <p:tags r:id="rId4"/>
            </p:custDataLst>
          </p:nvPr>
        </p:nvPicPr>
        <p:blipFill>
          <a:blip r:embed="rId7"/>
          <a:stretch>
            <a:fillRect/>
          </a:stretch>
        </p:blipFill>
        <p:spPr>
          <a:xfrm>
            <a:off x="4807585" y="0"/>
            <a:ext cx="2053590" cy="1540510"/>
          </a:xfrm>
          <a:prstGeom prst="rect">
            <a:avLst/>
          </a:prstGeom>
        </p:spPr>
      </p:pic>
      <p:pic>
        <p:nvPicPr>
          <p:cNvPr id="5" name="图片 4" descr="QQ截图20200401175036"/>
          <p:cNvPicPr>
            <a:picLocks noChangeAspect="1"/>
          </p:cNvPicPr>
          <p:nvPr/>
        </p:nvPicPr>
        <p:blipFill>
          <a:blip r:embed="rId8"/>
          <a:stretch>
            <a:fillRect/>
          </a:stretch>
        </p:blipFill>
        <p:spPr>
          <a:xfrm>
            <a:off x="5532120" y="3686175"/>
            <a:ext cx="5452110" cy="293878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accel="5000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500" fill="hold">
                                          <p:stCondLst>
                                            <p:cond delay="0"/>
                                          </p:stCondLst>
                                        </p:cTn>
                                        <p:tgtEl>
                                          <p:spTgt spid="2"/>
                                        </p:tgtEl>
                                      </p:cBhvr>
                                      <p:from x="0" y="0"/>
                                      <p:to x="100000" y="100000"/>
                                    </p:animScale>
                                    <p:anim to="" calcmode="lin" valueType="num">
                                      <p:cBhvr>
                                        <p:cTn id="8" dur="500" fill="hold">
                                          <p:stCondLst>
                                            <p:cond delay="0"/>
                                          </p:stCondLst>
                                        </p:cTn>
                                        <p:tgtEl>
                                          <p:spTgt spid="2"/>
                                        </p:tgtEl>
                                        <p:attrNameLst>
                                          <p:attrName>ppt_y</p:attrName>
                                        </p:attrNameLst>
                                      </p:cBhvr>
                                      <p:tavLst>
                                        <p:tav tm="0">
                                          <p:val>
                                            <p:strVal val="#ppt_y-0.5"/>
                                          </p:val>
                                        </p:tav>
                                        <p:tav tm="100000">
                                          <p:val>
                                            <p:fltVal val="0.1362"/>
                                          </p:val>
                                        </p:tav>
                                      </p:tavLst>
                                    </p:anim>
                                    <p:animEffect filter="fade">
                                      <p:cBhvr>
                                        <p:cTn id="9" dur="500">
                                          <p:stCondLst>
                                            <p:cond delay="0"/>
                                          </p:stCondLst>
                                        </p:cTn>
                                        <p:tgtEl>
                                          <p:spTgt spid="2"/>
                                        </p:tgtEl>
                                      </p:cBhvr>
                                    </p:animEffect>
                                    <p:anim to="" calcmode="lin" valueType="num">
                                      <p:cBhvr>
                                        <p:cTn id="10" dur="500" fill="hold">
                                          <p:stCondLst>
                                            <p:cond delay="0"/>
                                          </p:stCondLst>
                                        </p:cTn>
                                        <p:tgtEl>
                                          <p:spTgt spid="2"/>
                                        </p:tgtEl>
                                        <p:attrNameLst>
                                          <p:attrName>ppt_x</p:attrName>
                                        </p:attrNameLst>
                                      </p:cBhvr>
                                      <p:tavLst>
                                        <p:tav tm="0">
                                          <p:val>
                                            <p:fltVal val="0.578"/>
                                          </p:val>
                                        </p:tav>
                                        <p:tav tm="100000">
                                          <p:val>
                                            <p:fltVal val="0.89786"/>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pic>
        <p:nvPicPr>
          <p:cNvPr id="6" name="图片 5" descr="u=1975547881,3580023268&amp;fm=26&amp;gp=0"/>
          <p:cNvPicPr>
            <a:picLocks noChangeAspect="1"/>
          </p:cNvPicPr>
          <p:nvPr/>
        </p:nvPicPr>
        <p:blipFill>
          <a:blip r:embed="rId7"/>
          <a:stretch>
            <a:fillRect/>
          </a:stretch>
        </p:blipFill>
        <p:spPr>
          <a:xfrm>
            <a:off x="2703195" y="4000500"/>
            <a:ext cx="3810000" cy="2857500"/>
          </a:xfrm>
          <a:prstGeom prst="rect">
            <a:avLst/>
          </a:prstGeom>
        </p:spPr>
      </p:pic>
      <p:pic>
        <p:nvPicPr>
          <p:cNvPr id="21" name="图片 20"/>
          <p:cNvPicPr>
            <a:picLocks noChangeAspect="1"/>
          </p:cNvPicPr>
          <p:nvPr>
            <p:custDataLst>
              <p:tags r:id="rId2"/>
            </p:custDataLst>
          </p:nvPr>
        </p:nvPicPr>
        <p:blipFill>
          <a:blip r:embed="rId8">
            <a:extLst>
              <a:ext uri="{28A0092B-C50C-407E-A947-70E740481C1C}">
                <a14:useLocalDpi xmlns:a14="http://schemas.microsoft.com/office/drawing/2010/main" val="0"/>
              </a:ext>
            </a:extLst>
          </a:blip>
          <a:stretch>
            <a:fillRect/>
          </a:stretch>
        </p:blipFill>
        <p:spPr>
          <a:xfrm>
            <a:off x="5031740" y="1146175"/>
            <a:ext cx="6565900" cy="4565650"/>
          </a:xfrm>
          <a:prstGeom prst="rect">
            <a:avLst/>
          </a:prstGeom>
        </p:spPr>
      </p:pic>
      <p:sp>
        <p:nvSpPr>
          <p:cNvPr id="2" name="文本框 1"/>
          <p:cNvSpPr txBox="1"/>
          <p:nvPr>
            <p:custDataLst>
              <p:tags r:id="rId3"/>
            </p:custDataLst>
          </p:nvPr>
        </p:nvSpPr>
        <p:spPr>
          <a:xfrm>
            <a:off x="612775" y="723265"/>
            <a:ext cx="3967480" cy="885190"/>
          </a:xfrm>
          <a:prstGeom prst="rect">
            <a:avLst/>
          </a:prstGeom>
          <a:noFill/>
        </p:spPr>
        <p:txBody>
          <a:bodyPr wrap="square" rtlCol="0" anchor="b" anchorCtr="0">
            <a:normAutofit fontScale="90000"/>
          </a:bodyPr>
          <a:lstStyle>
            <a:defPPr>
              <a:defRPr lang="zh-CN"/>
            </a:defPPr>
            <a:lvl1pPr>
              <a:defRPr sz="3600" b="1" spc="200">
                <a:solidFill>
                  <a:schemeClr val="tx1">
                    <a:lumMod val="85000"/>
                    <a:lumOff val="15000"/>
                  </a:schemeClr>
                </a:solidFill>
                <a:uFillTx/>
                <a:latin typeface="微软雅黑" panose="020B0503020204020204" pitchFamily="34" charset="-122"/>
                <a:ea typeface="微软雅黑" panose="020B0503020204020204" pitchFamily="34" charset="-122"/>
              </a:defRPr>
            </a:lvl1pPr>
          </a:lstStyle>
          <a:p>
            <a:r>
              <a:rPr lang="en-US" altLang="zh-CN">
                <a:latin typeface="Arial" panose="020B0604020202020204" pitchFamily="34" charset="0"/>
                <a:sym typeface="Arial" panose="020B0604020202020204" pitchFamily="34" charset="0"/>
              </a:rPr>
              <a:t>02</a:t>
            </a:r>
            <a:r>
              <a:rPr lang="zh-CN" altLang="en-US">
                <a:latin typeface="Arial" panose="020B0604020202020204" pitchFamily="34" charset="0"/>
                <a:sym typeface="Arial" panose="020B0604020202020204" pitchFamily="34" charset="0"/>
              </a:rPr>
              <a:t>、基本功能介绍</a:t>
            </a:r>
          </a:p>
        </p:txBody>
      </p:sp>
      <p:sp>
        <p:nvSpPr>
          <p:cNvPr id="5" name="文本框 4"/>
          <p:cNvSpPr txBox="1"/>
          <p:nvPr>
            <p:custDataLst>
              <p:tags r:id="rId4"/>
            </p:custDataLst>
          </p:nvPr>
        </p:nvSpPr>
        <p:spPr>
          <a:xfrm>
            <a:off x="5565775" y="1811655"/>
            <a:ext cx="4988560" cy="2584450"/>
          </a:xfrm>
          <a:prstGeom prst="rect">
            <a:avLst/>
          </a:prstGeom>
          <a:noFill/>
        </p:spPr>
        <p:txBody>
          <a:bodyPr wrap="square" rtlCol="0">
            <a:spAutoFit/>
          </a:bodyPr>
          <a:lstStyle/>
          <a:p>
            <a:r>
              <a:rPr lang="en-US" altLang="zh-CN"/>
              <a:t>1</a:t>
            </a:r>
            <a:r>
              <a:rPr lang="zh-CN" altLang="en-US"/>
              <a:t>、文件的保存，打开复制粘贴</a:t>
            </a:r>
          </a:p>
          <a:p>
            <a:endParaRPr lang="zh-CN" altLang="en-US"/>
          </a:p>
          <a:p>
            <a:r>
              <a:rPr lang="en-US" altLang="zh-CN"/>
              <a:t>2</a:t>
            </a:r>
            <a:r>
              <a:rPr lang="zh-CN" altLang="en-US"/>
              <a:t>、文件的加密解密</a:t>
            </a:r>
          </a:p>
          <a:p>
            <a:endParaRPr lang="zh-CN" altLang="en-US"/>
          </a:p>
          <a:p>
            <a:r>
              <a:rPr lang="en-US" altLang="zh-CN"/>
              <a:t>3</a:t>
            </a:r>
            <a:r>
              <a:rPr lang="zh-CN" altLang="en-US"/>
              <a:t>、自定义自己喜爱的格式</a:t>
            </a:r>
          </a:p>
          <a:p>
            <a:endParaRPr lang="zh-CN" altLang="en-US"/>
          </a:p>
          <a:p>
            <a:r>
              <a:rPr lang="en-US" altLang="zh-CN"/>
              <a:t>4</a:t>
            </a:r>
            <a:r>
              <a:rPr lang="zh-CN" altLang="en-US"/>
              <a:t>、使用其他软件打开会出现乱码</a:t>
            </a:r>
          </a:p>
          <a:p>
            <a:endParaRPr lang="zh-CN" altLang="en-US"/>
          </a:p>
          <a:p>
            <a:r>
              <a:rPr lang="en-US" altLang="zh-CN"/>
              <a:t>5</a:t>
            </a:r>
            <a:r>
              <a:rPr lang="zh-CN" altLang="en-US"/>
              <a:t>、查看信息</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pic>
        <p:nvPicPr>
          <p:cNvPr id="21" name="图片 20"/>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5020310" y="1146175"/>
            <a:ext cx="6565900" cy="4565650"/>
          </a:xfrm>
          <a:prstGeom prst="rect">
            <a:avLst/>
          </a:prstGeom>
        </p:spPr>
      </p:pic>
      <p:sp>
        <p:nvSpPr>
          <p:cNvPr id="2" name="文本框 1"/>
          <p:cNvSpPr txBox="1"/>
          <p:nvPr>
            <p:custDataLst>
              <p:tags r:id="rId3"/>
            </p:custDataLst>
          </p:nvPr>
        </p:nvSpPr>
        <p:spPr>
          <a:xfrm>
            <a:off x="612775" y="776605"/>
            <a:ext cx="3967480" cy="1945005"/>
          </a:xfrm>
          <a:prstGeom prst="rect">
            <a:avLst/>
          </a:prstGeom>
          <a:noFill/>
        </p:spPr>
        <p:txBody>
          <a:bodyPr wrap="square" rtlCol="0" anchor="b" anchorCtr="0">
            <a:normAutofit/>
          </a:bodyPr>
          <a:lstStyle>
            <a:defPPr>
              <a:defRPr lang="zh-CN"/>
            </a:defPPr>
            <a:lvl1pPr>
              <a:defRPr sz="3600" b="1" spc="200">
                <a:solidFill>
                  <a:schemeClr val="tx1">
                    <a:lumMod val="85000"/>
                    <a:lumOff val="15000"/>
                  </a:schemeClr>
                </a:solidFill>
                <a:uFillTx/>
                <a:latin typeface="微软雅黑" panose="020B0503020204020204" pitchFamily="34" charset="-122"/>
                <a:ea typeface="微软雅黑" panose="020B0503020204020204" pitchFamily="34" charset="-122"/>
              </a:defRPr>
            </a:lvl1pPr>
          </a:lstStyle>
          <a:p>
            <a:r>
              <a:rPr lang="en-US" altLang="zh-CN">
                <a:sym typeface="+mn-ea"/>
              </a:rPr>
              <a:t>1</a:t>
            </a:r>
            <a:r>
              <a:rPr lang="zh-CN" altLang="en-US">
                <a:sym typeface="+mn-ea"/>
              </a:rPr>
              <a:t>、文件的保存，打开复制粘贴</a:t>
            </a:r>
            <a:endParaRPr lang="zh-CN" altLang="en-US"/>
          </a:p>
          <a:p>
            <a:endParaRPr lang="zh-CN" altLang="en-US">
              <a:latin typeface="Arial" panose="020B0604020202020204" pitchFamily="34" charset="0"/>
              <a:sym typeface="Arial" panose="020B0604020202020204" pitchFamily="34" charset="0"/>
            </a:endParaRPr>
          </a:p>
        </p:txBody>
      </p:sp>
      <p:pic>
        <p:nvPicPr>
          <p:cNvPr id="4" name="图片 3" descr="1585752017(1)"/>
          <p:cNvPicPr>
            <a:picLocks noChangeAspect="1"/>
          </p:cNvPicPr>
          <p:nvPr/>
        </p:nvPicPr>
        <p:blipFill>
          <a:blip r:embed="rId7"/>
          <a:stretch>
            <a:fillRect/>
          </a:stretch>
        </p:blipFill>
        <p:spPr>
          <a:xfrm>
            <a:off x="5165725" y="1313180"/>
            <a:ext cx="6275705" cy="1835150"/>
          </a:xfrm>
          <a:prstGeom prst="rect">
            <a:avLst/>
          </a:prstGeom>
        </p:spPr>
      </p:pic>
      <p:pic>
        <p:nvPicPr>
          <p:cNvPr id="5" name="图片 4" descr="1585752032(1)"/>
          <p:cNvPicPr>
            <a:picLocks noChangeAspect="1"/>
          </p:cNvPicPr>
          <p:nvPr/>
        </p:nvPicPr>
        <p:blipFill>
          <a:blip r:embed="rId8"/>
          <a:stretch>
            <a:fillRect/>
          </a:stretch>
        </p:blipFill>
        <p:spPr>
          <a:xfrm>
            <a:off x="5165725" y="2851150"/>
            <a:ext cx="6275705" cy="2000250"/>
          </a:xfrm>
          <a:prstGeom prst="rect">
            <a:avLst/>
          </a:prstGeom>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pic>
        <p:nvPicPr>
          <p:cNvPr id="10" name="图片 9" descr="解密2"/>
          <p:cNvPicPr>
            <a:picLocks noChangeAspect="1"/>
          </p:cNvPicPr>
          <p:nvPr/>
        </p:nvPicPr>
        <p:blipFill>
          <a:blip r:embed="rId5"/>
          <a:stretch>
            <a:fillRect/>
          </a:stretch>
        </p:blipFill>
        <p:spPr>
          <a:xfrm>
            <a:off x="5980430" y="4748530"/>
            <a:ext cx="5730240" cy="1920240"/>
          </a:xfrm>
          <a:prstGeom prst="rect">
            <a:avLst/>
          </a:prstGeom>
        </p:spPr>
      </p:pic>
      <p:pic>
        <p:nvPicPr>
          <p:cNvPr id="6" name="图片 5" descr="加密"/>
          <p:cNvPicPr>
            <a:picLocks noChangeAspect="1"/>
          </p:cNvPicPr>
          <p:nvPr/>
        </p:nvPicPr>
        <p:blipFill>
          <a:blip r:embed="rId6"/>
          <a:stretch>
            <a:fillRect/>
          </a:stretch>
        </p:blipFill>
        <p:spPr>
          <a:xfrm>
            <a:off x="5980430" y="389255"/>
            <a:ext cx="5655945" cy="2134870"/>
          </a:xfrm>
          <a:prstGeom prst="rect">
            <a:avLst/>
          </a:prstGeom>
        </p:spPr>
      </p:pic>
      <p:pic>
        <p:nvPicPr>
          <p:cNvPr id="7" name="图片 6" descr="解密1"/>
          <p:cNvPicPr>
            <a:picLocks noChangeAspect="1"/>
          </p:cNvPicPr>
          <p:nvPr/>
        </p:nvPicPr>
        <p:blipFill>
          <a:blip r:embed="rId7"/>
          <a:stretch>
            <a:fillRect/>
          </a:stretch>
        </p:blipFill>
        <p:spPr>
          <a:xfrm>
            <a:off x="290195" y="2524125"/>
            <a:ext cx="6591300" cy="1958340"/>
          </a:xfrm>
          <a:prstGeom prst="rect">
            <a:avLst/>
          </a:prstGeom>
        </p:spPr>
      </p:pic>
      <p:sp>
        <p:nvSpPr>
          <p:cNvPr id="2" name="文本框 1"/>
          <p:cNvSpPr txBox="1"/>
          <p:nvPr>
            <p:custDataLst>
              <p:tags r:id="rId2"/>
            </p:custDataLst>
          </p:nvPr>
        </p:nvSpPr>
        <p:spPr>
          <a:xfrm>
            <a:off x="527050" y="784860"/>
            <a:ext cx="4983480" cy="770255"/>
          </a:xfrm>
          <a:prstGeom prst="rect">
            <a:avLst/>
          </a:prstGeom>
          <a:noFill/>
        </p:spPr>
        <p:txBody>
          <a:bodyPr wrap="square" rtlCol="0" anchor="b" anchorCtr="0">
            <a:normAutofit/>
          </a:bodyPr>
          <a:lstStyle>
            <a:defPPr>
              <a:defRPr lang="zh-CN"/>
            </a:defPPr>
            <a:lvl1pPr>
              <a:defRPr sz="3600" b="1" spc="200">
                <a:solidFill>
                  <a:schemeClr val="tx1">
                    <a:lumMod val="85000"/>
                    <a:lumOff val="15000"/>
                  </a:schemeClr>
                </a:solidFill>
                <a:uFillTx/>
                <a:latin typeface="微软雅黑" panose="020B0503020204020204" pitchFamily="34" charset="-122"/>
                <a:ea typeface="微软雅黑" panose="020B0503020204020204" pitchFamily="34" charset="-122"/>
              </a:defRPr>
            </a:lvl1pPr>
          </a:lstStyle>
          <a:p>
            <a:r>
              <a:rPr lang="en-US" altLang="zh-CN">
                <a:sym typeface="+mn-ea"/>
              </a:rPr>
              <a:t>2</a:t>
            </a:r>
            <a:r>
              <a:rPr lang="zh-CN" altLang="en-US">
                <a:sym typeface="+mn-ea"/>
              </a:rPr>
              <a:t>、文件的加密解密</a:t>
            </a:r>
            <a:endParaRPr lang="zh-CN" altLang="en-US"/>
          </a:p>
          <a:p>
            <a:endParaRPr lang="zh-CN" altLang="en-US">
              <a:latin typeface="Arial" panose="020B0604020202020204" pitchFamily="34" charset="0"/>
              <a:sym typeface="Arial" panose="020B0604020202020204" pitchFamily="34" charset="0"/>
            </a:endParaRPr>
          </a:p>
        </p:txBody>
      </p:sp>
      <p:sp>
        <p:nvSpPr>
          <p:cNvPr id="3" name="文本框 2"/>
          <p:cNvSpPr txBox="1"/>
          <p:nvPr/>
        </p:nvSpPr>
        <p:spPr>
          <a:xfrm>
            <a:off x="1348105" y="1303655"/>
            <a:ext cx="4731385" cy="645160"/>
          </a:xfrm>
          <a:prstGeom prst="rect">
            <a:avLst/>
          </a:prstGeom>
          <a:noFill/>
        </p:spPr>
        <p:txBody>
          <a:bodyPr wrap="square" rtlCol="0">
            <a:spAutoFit/>
          </a:bodyPr>
          <a:lstStyle/>
          <a:p>
            <a:r>
              <a:rPr lang="zh-CN" altLang="en-US"/>
              <a:t>首先创建好一个文件，输入信息，在功能栏上面找到加密，完成后保存退出即可</a:t>
            </a:r>
          </a:p>
        </p:txBody>
      </p:sp>
      <p:sp>
        <p:nvSpPr>
          <p:cNvPr id="8" name="文本框 7"/>
          <p:cNvSpPr txBox="1"/>
          <p:nvPr/>
        </p:nvSpPr>
        <p:spPr>
          <a:xfrm>
            <a:off x="7320915" y="2769870"/>
            <a:ext cx="5223510" cy="645160"/>
          </a:xfrm>
          <a:prstGeom prst="rect">
            <a:avLst/>
          </a:prstGeom>
          <a:noFill/>
        </p:spPr>
        <p:txBody>
          <a:bodyPr wrap="square" rtlCol="0">
            <a:spAutoFit/>
          </a:bodyPr>
          <a:lstStyle/>
          <a:p>
            <a:r>
              <a:rPr lang="zh-CN" altLang="en-US"/>
              <a:t>解密，就在功能栏上面找到</a:t>
            </a:r>
            <a:r>
              <a:rPr lang="en-US" altLang="zh-CN"/>
              <a:t>“</a:t>
            </a:r>
            <a:r>
              <a:rPr lang="zh-CN" altLang="en-US"/>
              <a:t>打开</a:t>
            </a:r>
            <a:r>
              <a:rPr lang="en-US" altLang="zh-CN"/>
              <a:t>”</a:t>
            </a:r>
            <a:r>
              <a:rPr lang="zh-CN" altLang="en-US"/>
              <a:t>找到自己的问文件打开，</a:t>
            </a:r>
          </a:p>
        </p:txBody>
      </p:sp>
      <p:sp>
        <p:nvSpPr>
          <p:cNvPr id="9" name="文本框 8"/>
          <p:cNvSpPr txBox="1"/>
          <p:nvPr/>
        </p:nvSpPr>
        <p:spPr>
          <a:xfrm>
            <a:off x="623570" y="4852035"/>
            <a:ext cx="5630545" cy="368300"/>
          </a:xfrm>
          <a:prstGeom prst="rect">
            <a:avLst/>
          </a:prstGeom>
          <a:noFill/>
        </p:spPr>
        <p:txBody>
          <a:bodyPr wrap="square" rtlCol="0">
            <a:spAutoFit/>
          </a:bodyPr>
          <a:lstStyle/>
          <a:p>
            <a:r>
              <a:rPr lang="zh-CN" altLang="en-US"/>
              <a:t>然后输入自己的密码即可打开文件</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8" grpId="0"/>
      <p:bldP spid="8" grpId="1"/>
      <p:bldP spid="9" grpId="0"/>
      <p:bldP spid="9"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pic>
        <p:nvPicPr>
          <p:cNvPr id="21" name="图片 20"/>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5020310" y="1146175"/>
            <a:ext cx="6565900" cy="4565650"/>
          </a:xfrm>
          <a:prstGeom prst="rect">
            <a:avLst/>
          </a:prstGeom>
        </p:spPr>
      </p:pic>
      <p:sp>
        <p:nvSpPr>
          <p:cNvPr id="2" name="文本框 1"/>
          <p:cNvSpPr txBox="1"/>
          <p:nvPr>
            <p:custDataLst>
              <p:tags r:id="rId3"/>
            </p:custDataLst>
          </p:nvPr>
        </p:nvSpPr>
        <p:spPr>
          <a:xfrm>
            <a:off x="269875" y="499110"/>
            <a:ext cx="6664325" cy="970280"/>
          </a:xfrm>
          <a:prstGeom prst="rect">
            <a:avLst/>
          </a:prstGeom>
          <a:noFill/>
        </p:spPr>
        <p:txBody>
          <a:bodyPr wrap="square" rtlCol="0" anchor="b" anchorCtr="0">
            <a:normAutofit/>
          </a:bodyPr>
          <a:lstStyle>
            <a:defPPr>
              <a:defRPr lang="zh-CN"/>
            </a:defPPr>
            <a:lvl1pPr>
              <a:defRPr sz="3600" b="1" spc="200">
                <a:solidFill>
                  <a:schemeClr val="tx1">
                    <a:lumMod val="85000"/>
                    <a:lumOff val="15000"/>
                  </a:schemeClr>
                </a:solidFill>
                <a:uFillTx/>
                <a:latin typeface="微软雅黑" panose="020B0503020204020204" pitchFamily="34" charset="-122"/>
                <a:ea typeface="微软雅黑" panose="020B0503020204020204" pitchFamily="34" charset="-122"/>
              </a:defRPr>
            </a:lvl1pPr>
          </a:lstStyle>
          <a:p>
            <a:r>
              <a:rPr lang="en-US" altLang="zh-CN">
                <a:sym typeface="+mn-ea"/>
              </a:rPr>
              <a:t>3</a:t>
            </a:r>
            <a:r>
              <a:rPr lang="zh-CN" altLang="en-US">
                <a:sym typeface="+mn-ea"/>
              </a:rPr>
              <a:t>、自定义自己喜爱的格式</a:t>
            </a:r>
            <a:endParaRPr lang="zh-CN" altLang="en-US"/>
          </a:p>
          <a:p>
            <a:endParaRPr lang="zh-CN" altLang="en-US">
              <a:latin typeface="Arial" panose="020B0604020202020204" pitchFamily="34" charset="0"/>
              <a:sym typeface="Arial" panose="020B0604020202020204" pitchFamily="34" charset="0"/>
            </a:endParaRPr>
          </a:p>
        </p:txBody>
      </p:sp>
      <p:pic>
        <p:nvPicPr>
          <p:cNvPr id="3" name="图片 2" descr="颜色1"/>
          <p:cNvPicPr>
            <a:picLocks noChangeAspect="1"/>
          </p:cNvPicPr>
          <p:nvPr/>
        </p:nvPicPr>
        <p:blipFill>
          <a:blip r:embed="rId7"/>
          <a:stretch>
            <a:fillRect/>
          </a:stretch>
        </p:blipFill>
        <p:spPr>
          <a:xfrm>
            <a:off x="5144770" y="1329690"/>
            <a:ext cx="6316980" cy="1630680"/>
          </a:xfrm>
          <a:prstGeom prst="rect">
            <a:avLst/>
          </a:prstGeom>
        </p:spPr>
      </p:pic>
      <p:pic>
        <p:nvPicPr>
          <p:cNvPr id="6" name="图片 5" descr="颜色2"/>
          <p:cNvPicPr>
            <a:picLocks noChangeAspect="1"/>
          </p:cNvPicPr>
          <p:nvPr/>
        </p:nvPicPr>
        <p:blipFill>
          <a:blip r:embed="rId8"/>
          <a:stretch>
            <a:fillRect/>
          </a:stretch>
        </p:blipFill>
        <p:spPr>
          <a:xfrm>
            <a:off x="5208905" y="3270250"/>
            <a:ext cx="6126480" cy="1316355"/>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pic>
        <p:nvPicPr>
          <p:cNvPr id="21" name="图片 20"/>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5020310" y="1146175"/>
            <a:ext cx="6565900" cy="4565650"/>
          </a:xfrm>
          <a:prstGeom prst="rect">
            <a:avLst/>
          </a:prstGeom>
        </p:spPr>
      </p:pic>
      <p:sp>
        <p:nvSpPr>
          <p:cNvPr id="2" name="文本框 1"/>
          <p:cNvSpPr txBox="1"/>
          <p:nvPr>
            <p:custDataLst>
              <p:tags r:id="rId3"/>
            </p:custDataLst>
          </p:nvPr>
        </p:nvSpPr>
        <p:spPr>
          <a:xfrm>
            <a:off x="248285" y="916305"/>
            <a:ext cx="6664325" cy="970280"/>
          </a:xfrm>
          <a:prstGeom prst="rect">
            <a:avLst/>
          </a:prstGeom>
          <a:noFill/>
        </p:spPr>
        <p:txBody>
          <a:bodyPr wrap="square" rtlCol="0" anchor="b" anchorCtr="0">
            <a:normAutofit fontScale="90000"/>
          </a:bodyPr>
          <a:lstStyle>
            <a:defPPr>
              <a:defRPr lang="zh-CN"/>
            </a:defPPr>
            <a:lvl1pPr>
              <a:defRPr sz="3600" b="1" spc="200">
                <a:solidFill>
                  <a:schemeClr val="tx1">
                    <a:lumMod val="85000"/>
                    <a:lumOff val="15000"/>
                  </a:schemeClr>
                </a:solidFill>
                <a:uFillTx/>
                <a:latin typeface="微软雅黑" panose="020B0503020204020204" pitchFamily="34" charset="-122"/>
                <a:ea typeface="微软雅黑" panose="020B0503020204020204" pitchFamily="34" charset="-122"/>
              </a:defRPr>
            </a:lvl1pPr>
          </a:lstStyle>
          <a:p>
            <a:r>
              <a:rPr lang="en-US" altLang="zh-CN">
                <a:sym typeface="+mn-ea"/>
              </a:rPr>
              <a:t>4</a:t>
            </a:r>
            <a:r>
              <a:rPr lang="zh-CN" altLang="en-US">
                <a:sym typeface="+mn-ea"/>
              </a:rPr>
              <a:t>、使用其他软件打开会出现乱码</a:t>
            </a:r>
            <a:endParaRPr lang="zh-CN" altLang="en-US"/>
          </a:p>
          <a:p>
            <a:endParaRPr lang="zh-CN" altLang="en-US"/>
          </a:p>
          <a:p>
            <a:endParaRPr lang="zh-CN" altLang="en-US">
              <a:latin typeface="Arial" panose="020B0604020202020204" pitchFamily="34" charset="0"/>
              <a:sym typeface="Arial" panose="020B0604020202020204" pitchFamily="34" charset="0"/>
            </a:endParaRPr>
          </a:p>
        </p:txBody>
      </p:sp>
      <p:pic>
        <p:nvPicPr>
          <p:cNvPr id="4" name="图片 3" descr="乱码1"/>
          <p:cNvPicPr>
            <a:picLocks noChangeAspect="1"/>
          </p:cNvPicPr>
          <p:nvPr/>
        </p:nvPicPr>
        <p:blipFill>
          <a:blip r:embed="rId7"/>
          <a:stretch>
            <a:fillRect/>
          </a:stretch>
        </p:blipFill>
        <p:spPr>
          <a:xfrm>
            <a:off x="5190490" y="1282700"/>
            <a:ext cx="6225540" cy="1851660"/>
          </a:xfrm>
          <a:prstGeom prst="rect">
            <a:avLst/>
          </a:prstGeom>
        </p:spPr>
      </p:pic>
      <p:pic>
        <p:nvPicPr>
          <p:cNvPr id="5" name="图片 4" descr="乱码2"/>
          <p:cNvPicPr>
            <a:picLocks noChangeAspect="1"/>
          </p:cNvPicPr>
          <p:nvPr/>
        </p:nvPicPr>
        <p:blipFill>
          <a:blip r:embed="rId8"/>
          <a:stretch>
            <a:fillRect/>
          </a:stretch>
        </p:blipFill>
        <p:spPr>
          <a:xfrm>
            <a:off x="5190490" y="2735580"/>
            <a:ext cx="6219825" cy="2217420"/>
          </a:xfrm>
          <a:prstGeom prst="rect">
            <a:avLst/>
          </a:prstGeom>
        </p:spPr>
      </p:pic>
      <p:sp>
        <p:nvSpPr>
          <p:cNvPr id="7" name="文本框 6"/>
          <p:cNvSpPr txBox="1"/>
          <p:nvPr/>
        </p:nvSpPr>
        <p:spPr>
          <a:xfrm>
            <a:off x="695325" y="1886585"/>
            <a:ext cx="4164330" cy="922020"/>
          </a:xfrm>
          <a:prstGeom prst="rect">
            <a:avLst/>
          </a:prstGeom>
          <a:noFill/>
        </p:spPr>
        <p:txBody>
          <a:bodyPr wrap="square" rtlCol="0">
            <a:spAutoFit/>
          </a:bodyPr>
          <a:lstStyle/>
          <a:p>
            <a:r>
              <a:rPr lang="zh-CN" altLang="en-US" b="1">
                <a:solidFill>
                  <a:schemeClr val="tx1"/>
                </a:solidFill>
              </a:rPr>
              <a:t>如果不是我们的这个软件打开保存的信息都将会不一样，出现乱码，很大程度上提高了信息安全性</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custDataLst>
              <p:tags r:id="rId2"/>
            </p:custDataLst>
          </p:nvPr>
        </p:nvPicPr>
        <p:blipFill>
          <a:blip r:embed="rId6">
            <a:extLst>
              <a:ext uri="{28A0092B-C50C-407E-A947-70E740481C1C}">
                <a14:useLocalDpi xmlns:a14="http://schemas.microsoft.com/office/drawing/2010/main" val="0"/>
              </a:ext>
            </a:extLst>
          </a:blip>
          <a:stretch>
            <a:fillRect/>
          </a:stretch>
        </p:blipFill>
        <p:spPr>
          <a:xfrm>
            <a:off x="4801870" y="1069975"/>
            <a:ext cx="6565900" cy="4565650"/>
          </a:xfrm>
          <a:prstGeom prst="rect">
            <a:avLst/>
          </a:prstGeom>
        </p:spPr>
      </p:pic>
      <p:sp>
        <p:nvSpPr>
          <p:cNvPr id="2" name="文本框 1"/>
          <p:cNvSpPr txBox="1"/>
          <p:nvPr>
            <p:custDataLst>
              <p:tags r:id="rId3"/>
            </p:custDataLst>
          </p:nvPr>
        </p:nvSpPr>
        <p:spPr>
          <a:xfrm>
            <a:off x="0" y="121920"/>
            <a:ext cx="4801870" cy="1024255"/>
          </a:xfrm>
          <a:prstGeom prst="rect">
            <a:avLst/>
          </a:prstGeom>
          <a:noFill/>
        </p:spPr>
        <p:txBody>
          <a:bodyPr wrap="square" rtlCol="0" anchor="b" anchorCtr="0">
            <a:normAutofit fontScale="90000"/>
          </a:bodyPr>
          <a:lstStyle>
            <a:defPPr>
              <a:defRPr lang="zh-CN"/>
            </a:defPPr>
            <a:lvl1pPr>
              <a:defRPr sz="3600" b="1" spc="200">
                <a:solidFill>
                  <a:schemeClr val="tx1">
                    <a:lumMod val="85000"/>
                    <a:lumOff val="15000"/>
                  </a:schemeClr>
                </a:solidFill>
                <a:uFillTx/>
                <a:latin typeface="微软雅黑" panose="020B0503020204020204" pitchFamily="34" charset="-122"/>
                <a:ea typeface="微软雅黑" panose="020B0503020204020204" pitchFamily="34" charset="-122"/>
              </a:defRPr>
            </a:lvl1pPr>
          </a:lstStyle>
          <a:p>
            <a:r>
              <a:rPr lang="en-US" altLang="zh-CN">
                <a:latin typeface="Arial" panose="020B0604020202020204" pitchFamily="34" charset="0"/>
                <a:sym typeface="Arial" panose="020B0604020202020204" pitchFamily="34" charset="0"/>
              </a:rPr>
              <a:t>5</a:t>
            </a:r>
            <a:r>
              <a:rPr lang="zh-CN" altLang="en-US">
                <a:latin typeface="Arial" panose="020B0604020202020204" pitchFamily="34" charset="0"/>
                <a:sym typeface="Arial" panose="020B0604020202020204" pitchFamily="34" charset="0"/>
              </a:rPr>
              <a:t>、随时查看文件数据</a:t>
            </a:r>
          </a:p>
        </p:txBody>
      </p:sp>
      <p:sp>
        <p:nvSpPr>
          <p:cNvPr id="3" name="文本框 2"/>
          <p:cNvSpPr txBox="1"/>
          <p:nvPr>
            <p:custDataLst>
              <p:tags r:id="rId4"/>
            </p:custDataLst>
          </p:nvPr>
        </p:nvSpPr>
        <p:spPr>
          <a:xfrm>
            <a:off x="559435" y="1616710"/>
            <a:ext cx="3966845" cy="3316535"/>
          </a:xfrm>
          <a:prstGeom prst="rect">
            <a:avLst/>
          </a:prstGeom>
          <a:noFill/>
        </p:spPr>
        <p:txBody>
          <a:bodyPr wrap="square" rtlCol="0">
            <a:normAutofit/>
          </a:bodyPr>
          <a:lstStyle>
            <a:defPPr>
              <a:defRPr lang="zh-CN"/>
            </a:defPPr>
            <a:lvl1pPr indent="0" fontAlgn="auto">
              <a:lnSpc>
                <a:spcPct val="130000"/>
              </a:lnSpc>
              <a:spcBef>
                <a:spcPts val="0"/>
              </a:spcBef>
              <a:spcAft>
                <a:spcPts val="1000"/>
              </a:spcAft>
              <a:buNone/>
              <a:defRPr sz="1600">
                <a:solidFill>
                  <a:schemeClr val="tx1">
                    <a:lumMod val="65000"/>
                    <a:lumOff val="35000"/>
                  </a:schemeClr>
                </a:solidFill>
                <a:uFillTx/>
                <a:latin typeface="Arial" panose="020B0604020202020204" pitchFamily="34" charset="0"/>
                <a:ea typeface="微软雅黑" panose="020B0503020204020204" pitchFamily="34" charset="-122"/>
              </a:defRPr>
            </a:lvl1pPr>
          </a:lstStyle>
          <a:p>
            <a:r>
              <a:rPr lang="zh-CN" altLang="en-US" b="1">
                <a:sym typeface="Arial" panose="020B0604020202020204" pitchFamily="34" charset="0"/>
              </a:rPr>
              <a:t>在偶然想要查看文件信息，直接查看，信息一目了然</a:t>
            </a:r>
          </a:p>
        </p:txBody>
      </p:sp>
      <p:pic>
        <p:nvPicPr>
          <p:cNvPr id="4" name="图片 3" descr="查看"/>
          <p:cNvPicPr>
            <a:picLocks noChangeAspect="1"/>
          </p:cNvPicPr>
          <p:nvPr/>
        </p:nvPicPr>
        <p:blipFill>
          <a:blip r:embed="rId7"/>
          <a:stretch>
            <a:fillRect/>
          </a:stretch>
        </p:blipFill>
        <p:spPr>
          <a:xfrm>
            <a:off x="6169660" y="1445260"/>
            <a:ext cx="3623945" cy="301561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6"/>
          <a:stretch>
            <a:fillRect/>
          </a:stretch>
        </a:blipFill>
        <a:effectLst/>
      </p:bgPr>
    </p:bg>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08330" y="1501140"/>
            <a:ext cx="5100320" cy="4748530"/>
          </a:xfrm>
        </p:spPr>
        <p:txBody>
          <a:bodyPr/>
          <a:lstStyle/>
          <a:p>
            <a:r>
              <a:rPr lang="zh-CN" altLang="en-US" b="1" dirty="0"/>
              <a:t>在当代的电脑上面，一般都会有强大的而又十分平常的记事本，会玩电脑的都可以发现记事本功能，这样简便但是信息十分的不安全，而且过于刻板，没有用户的良好体验，普通起来，太普通</a:t>
            </a:r>
          </a:p>
          <a:p>
            <a:endParaRPr lang="zh-CN" altLang="en-US" b="1" dirty="0"/>
          </a:p>
          <a:p>
            <a:endParaRPr lang="zh-CN" altLang="en-US" b="1" dirty="0"/>
          </a:p>
        </p:txBody>
      </p:sp>
      <p:sp>
        <p:nvSpPr>
          <p:cNvPr id="4" name="内容占位符 3"/>
          <p:cNvSpPr>
            <a:spLocks noGrp="1"/>
          </p:cNvSpPr>
          <p:nvPr>
            <p:ph sz="half" idx="2"/>
            <p:custDataLst>
              <p:tags r:id="rId3"/>
            </p:custDataLst>
          </p:nvPr>
        </p:nvSpPr>
        <p:spPr>
          <a:xfrm>
            <a:off x="6411600" y="1501200"/>
            <a:ext cx="5176800" cy="4748400"/>
          </a:xfrm>
        </p:spPr>
        <p:txBody>
          <a:bodyPr/>
          <a:lstStyle/>
          <a:p>
            <a:r>
              <a:rPr lang="zh-CN" altLang="en-US" b="1" dirty="0"/>
              <a:t>但是在一鸣记事本上面，可以在普通的记事本上面所以都有的功能上面都加入了信息的加密与保护，用户的个性化体验，给人舒心的感觉下更给了人一种安全感，体贴人心</a:t>
            </a:r>
          </a:p>
        </p:txBody>
      </p:sp>
      <p:sp>
        <p:nvSpPr>
          <p:cNvPr id="5" name="标题 4"/>
          <p:cNvSpPr>
            <a:spLocks noGrp="1"/>
          </p:cNvSpPr>
          <p:nvPr>
            <p:ph type="title"/>
            <p:custDataLst>
              <p:tags r:id="rId4"/>
            </p:custDataLst>
          </p:nvPr>
        </p:nvSpPr>
        <p:spPr>
          <a:xfrm>
            <a:off x="619195" y="137865"/>
            <a:ext cx="10969200" cy="705600"/>
          </a:xfrm>
        </p:spPr>
        <p:txBody>
          <a:bodyPr/>
          <a:lstStyle/>
          <a:p>
            <a:r>
              <a:rPr lang="en-US" altLang="zh-CN"/>
              <a:t>03</a:t>
            </a:r>
            <a:r>
              <a:t>、</a:t>
            </a:r>
            <a:r>
              <a:rPr lang="zh-CN" altLang="en-US"/>
              <a:t>产品优势</a:t>
            </a:r>
          </a:p>
        </p:txBody>
      </p:sp>
      <p:sp>
        <p:nvSpPr>
          <p:cNvPr id="6" name="文本框 5"/>
          <p:cNvSpPr txBox="1"/>
          <p:nvPr/>
        </p:nvSpPr>
        <p:spPr>
          <a:xfrm>
            <a:off x="5873750" y="1501140"/>
            <a:ext cx="459740" cy="4688205"/>
          </a:xfrm>
          <a:prstGeom prst="rect">
            <a:avLst/>
          </a:prstGeom>
          <a:noFill/>
        </p:spPr>
        <p:txBody>
          <a:bodyPr vert="eaVert" wrap="square" rtlCol="0">
            <a:spAutoFit/>
          </a:bodyPr>
          <a:lstStyle/>
          <a:p>
            <a:r>
              <a:rPr lang="zh-CN" altLang="en-US" dirty="0">
                <a:ln/>
                <a:gradFill>
                  <a:gsLst>
                    <a:gs pos="21000">
                      <a:srgbClr val="53575C"/>
                    </a:gs>
                    <a:gs pos="88000">
                      <a:srgbClr val="C5C7CA"/>
                    </a:gs>
                  </a:gsLst>
                  <a:lin ang="5400000"/>
                </a:gradFill>
                <a:effectLst/>
              </a:rPr>
              <a:t>普通记事本与一鸣记事本的</a:t>
            </a:r>
            <a:r>
              <a:rPr lang="zh-CN" altLang="en-US" dirty="0">
                <a:ln/>
                <a:gradFill>
                  <a:gsLst>
                    <a:gs pos="0">
                      <a:srgbClr val="FE4444"/>
                    </a:gs>
                    <a:gs pos="100000">
                      <a:srgbClr val="832B2B"/>
                    </a:gs>
                  </a:gsLst>
                  <a:lin scaled="0"/>
                </a:gradFill>
                <a:effectLst/>
              </a:rPr>
              <a:t>区别</a:t>
            </a:r>
          </a:p>
        </p:txBody>
      </p:sp>
      <p:pic>
        <p:nvPicPr>
          <p:cNvPr id="8" name="图片 7" descr="普通记事本"/>
          <p:cNvPicPr>
            <a:picLocks noChangeAspect="1"/>
          </p:cNvPicPr>
          <p:nvPr/>
        </p:nvPicPr>
        <p:blipFill>
          <a:blip r:embed="rId7"/>
          <a:stretch>
            <a:fillRect/>
          </a:stretch>
        </p:blipFill>
        <p:spPr>
          <a:xfrm>
            <a:off x="436880" y="2921635"/>
            <a:ext cx="5271770" cy="2642870"/>
          </a:xfrm>
          <a:prstGeom prst="rect">
            <a:avLst/>
          </a:prstGeom>
        </p:spPr>
      </p:pic>
      <p:sp>
        <p:nvSpPr>
          <p:cNvPr id="9" name="文本框 8"/>
          <p:cNvSpPr txBox="1"/>
          <p:nvPr/>
        </p:nvSpPr>
        <p:spPr>
          <a:xfrm>
            <a:off x="2376805" y="939800"/>
            <a:ext cx="3639820" cy="368300"/>
          </a:xfrm>
          <a:prstGeom prst="rect">
            <a:avLst/>
          </a:prstGeom>
          <a:noFill/>
        </p:spPr>
        <p:txBody>
          <a:bodyPr wrap="square" rtlCol="0">
            <a:spAutoFit/>
          </a:bodyPr>
          <a:lstStyle/>
          <a:p>
            <a:r>
              <a:rPr lang="zh-CN" altLang="en-US" b="1"/>
              <a:t>普通</a:t>
            </a:r>
          </a:p>
        </p:txBody>
      </p:sp>
      <p:sp>
        <p:nvSpPr>
          <p:cNvPr id="10" name="文本框 9"/>
          <p:cNvSpPr txBox="1"/>
          <p:nvPr/>
        </p:nvSpPr>
        <p:spPr>
          <a:xfrm>
            <a:off x="8124190" y="1035685"/>
            <a:ext cx="1509395" cy="368300"/>
          </a:xfrm>
          <a:prstGeom prst="rect">
            <a:avLst/>
          </a:prstGeom>
          <a:noFill/>
        </p:spPr>
        <p:txBody>
          <a:bodyPr wrap="square" rtlCol="0">
            <a:spAutoFit/>
          </a:bodyPr>
          <a:lstStyle/>
          <a:p>
            <a:r>
              <a:rPr lang="zh-CN" altLang="en-US" b="1"/>
              <a:t>一鸣记事本</a:t>
            </a:r>
          </a:p>
        </p:txBody>
      </p:sp>
      <p:pic>
        <p:nvPicPr>
          <p:cNvPr id="11" name="图片 10" descr="u=66661621,3475387210&amp;fm=26&amp;gp=0"/>
          <p:cNvPicPr>
            <a:picLocks noChangeAspect="1"/>
          </p:cNvPicPr>
          <p:nvPr/>
        </p:nvPicPr>
        <p:blipFill>
          <a:blip r:embed="rId8"/>
          <a:stretch>
            <a:fillRect/>
          </a:stretch>
        </p:blipFill>
        <p:spPr>
          <a:xfrm>
            <a:off x="7648575" y="2921635"/>
            <a:ext cx="2986405" cy="2944495"/>
          </a:xfrm>
          <a:prstGeom prst="rect">
            <a:avLst/>
          </a:prstGeom>
        </p:spPr>
      </p:pic>
      <p:sp>
        <p:nvSpPr>
          <p:cNvPr id="12" name="文本框 11"/>
          <p:cNvSpPr txBox="1"/>
          <p:nvPr/>
        </p:nvSpPr>
        <p:spPr>
          <a:xfrm>
            <a:off x="3906520" y="5196205"/>
            <a:ext cx="2505075" cy="368300"/>
          </a:xfrm>
          <a:prstGeom prst="rect">
            <a:avLst/>
          </a:prstGeom>
          <a:noFill/>
        </p:spPr>
        <p:txBody>
          <a:bodyPr wrap="square" rtlCol="0">
            <a:spAutoFit/>
          </a:bodyPr>
          <a:lstStyle/>
          <a:p>
            <a:r>
              <a:rPr lang="zh-CN" altLang="en-US"/>
              <a:t>普通</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4" name="标题 3"/>
          <p:cNvSpPr>
            <a:spLocks noGrp="1"/>
          </p:cNvSpPr>
          <p:nvPr>
            <p:ph type="title" idx="13"/>
            <p:custDataLst>
              <p:tags r:id="rId2"/>
            </p:custDataLst>
          </p:nvPr>
        </p:nvSpPr>
        <p:spPr>
          <a:xfrm>
            <a:off x="798830" y="2562542"/>
            <a:ext cx="4359910" cy="1172210"/>
          </a:xfrm>
        </p:spPr>
        <p:txBody>
          <a:bodyPr wrap="square">
            <a:normAutofit/>
          </a:bodyPr>
          <a:lstStyle/>
          <a:p>
            <a:r>
              <a:rPr lang="zh-CN" altLang="en-US" dirty="0">
                <a:solidFill>
                  <a:schemeClr val="tx1"/>
                </a:solidFill>
              </a:rPr>
              <a:t>谢谢聆听</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523"/>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523"/>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TEMPLATE_THUMBS_INDEX" val="1、4、7、8、9、10、11、12、13、18、21、22、23、24、25、28、33、37、40、41、42"/>
  <p:tag name="KSO_WM_TEMPLATE_SUBCATEGORY" val="0"/>
  <p:tag name="KSO_WM_TEMPLATE_MASTER_TYPE" val="1"/>
  <p:tag name="KSO_WM_TEMPLATE_COLOR_TYPE" val="1"/>
  <p:tag name="KSO_WM_TEMPLATE_MASTER_THUMB_INDEX" val="12"/>
  <p:tag name="KSO_WM_TAG_VERSION" val="1.0"/>
  <p:tag name="KSO_WM_BEAUTIFY_FLAG" val="#wm#"/>
  <p:tag name="KSO_WM_TEMPLATE_CATEGORY" val="custom"/>
  <p:tag name="KSO_WM_TEMPLATE_INDEX" val="20204523"/>
</p:tagLst>
</file>

<file path=ppt/tags/tag6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49"/>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49"/>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49"/>
  <p:tag name="KSO_WM_TEMPLATE_SUBCATEGORY" val="0"/>
  <p:tag name="KSO_WM_TEMPLATE_MASTER_TYPE" val="1"/>
  <p:tag name="KSO_WM_TEMPLATE_COLOR_TYPE" val="1"/>
  <p:tag name="KSO_WM_TEMPLATE_MASTER_THUMB_INDEX" val="12"/>
  <p:tag name="KSO_WM_TEMPLATE_THUMBS_INDEX" val="1、7、9、12、16、18、19、20、21、22、23、26、31、35、38、39"/>
</p:tagLst>
</file>

<file path=ppt/tags/tag2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4.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y"/>
  <p:tag name="KSO_WM_UNIT_INDEX" val="1"/>
  <p:tag name="KSO_WM_UNIT_ID" val="_1*y*1"/>
  <p:tag name="KSO_WM_SLIDE_BACKGROUND_MASK_FLAG" val="1"/>
</p:tagLst>
</file>

<file path=ppt/tags/tag216.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1.0"/>
  <p:tag name="KSO_WM_BEAUTIFY_FLAG" val="#wm#"/>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8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28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29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29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9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02.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30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10.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31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1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1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32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32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3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28.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32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33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3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34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34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3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47.xml><?xml version="1.0" encoding="utf-8"?>
<p:tagLst xmlns:a="http://schemas.openxmlformats.org/drawingml/2006/main" xmlns:r="http://schemas.openxmlformats.org/officeDocument/2006/relationships" xmlns:p="http://schemas.openxmlformats.org/presentationml/2006/main">
  <p:tag name="KSO_WM_SLIDE_ID" val="custom20204523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4523"/>
  <p:tag name="KSO_WM_SLIDE_LAYOUT" val="a_l"/>
  <p:tag name="KSO_WM_SLIDE_LAYOUT_CNT" val="1_1"/>
</p:tagLst>
</file>

<file path=ppt/tags/tag348.xml><?xml version="1.0" encoding="utf-8"?>
<p:tagLst xmlns:a="http://schemas.openxmlformats.org/drawingml/2006/main" xmlns:r="http://schemas.openxmlformats.org/officeDocument/2006/relationships" xmlns:p="http://schemas.openxmlformats.org/presentationml/2006/main">
  <p:tag name="KSO_WM_UNIT_COLOR_SCHEME_SHAPE_ID" val="131"/>
  <p:tag name="KSO_WM_UNIT_COLOR_SCHEME_PARENT_PAGE" val="0_4"/>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custom20204523_4*l_h_a*1_1_1"/>
  <p:tag name="KSO_WM_TEMPLATE_CATEGORY" val="custom"/>
  <p:tag name="KSO_WM_TEMPLATE_INDEX" val="20204523"/>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Lst>
</file>

<file path=ppt/tags/tag349.xml><?xml version="1.0" encoding="utf-8"?>
<p:tagLst xmlns:a="http://schemas.openxmlformats.org/drawingml/2006/main" xmlns:r="http://schemas.openxmlformats.org/officeDocument/2006/relationships" xmlns:p="http://schemas.openxmlformats.org/presentationml/2006/main">
  <p:tag name="KSO_WM_UNIT_COLOR_SCHEME_SHAPE_ID" val="132"/>
  <p:tag name="KSO_WM_UNIT_COLOR_SCHEME_PARENT_PAGE" val="0_4"/>
  <p:tag name="KSO_WM_UNIT_SUBTYPE" val="a"/>
  <p:tag name="KSO_WM_UNIT_NOCLEAR" val="0"/>
  <p:tag name="KSO_WM_UNIT_VALUE" val="2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4523_4*l_h_f*1_1_1"/>
  <p:tag name="KSO_WM_TEMPLATE_CATEGORY" val="custom"/>
  <p:tag name="KSO_WM_TEMPLATE_INDEX" val="20204523"/>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4523_4*l_h_i*1_1_1"/>
  <p:tag name="KSO_WM_TEMPLATE_CATEGORY" val="custom"/>
  <p:tag name="KSO_WM_TEMPLATE_INDEX" val="20204523"/>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3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4523_4*l_h_i*1_1_1"/>
  <p:tag name="KSO_WM_TEMPLATE_CATEGORY" val="custom"/>
  <p:tag name="KSO_WM_TEMPLATE_INDEX" val="20204523"/>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4523_4*l_h_i*1_2_1"/>
  <p:tag name="KSO_WM_TEMPLATE_CATEGORY" val="custom"/>
  <p:tag name="KSO_WM_TEMPLATE_INDEX" val="20204523"/>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4523_4*l_h_i*1_2_1"/>
  <p:tag name="KSO_WM_TEMPLATE_CATEGORY" val="custom"/>
  <p:tag name="KSO_WM_TEMPLATE_INDEX" val="20204523"/>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354.xml><?xml version="1.0" encoding="utf-8"?>
<p:tagLst xmlns:a="http://schemas.openxmlformats.org/drawingml/2006/main" xmlns:r="http://schemas.openxmlformats.org/officeDocument/2006/relationships" xmlns:p="http://schemas.openxmlformats.org/presentationml/2006/main">
  <p:tag name="KSO_WM_UNIT_COLOR_SCHEME_SHAPE_ID" val="131"/>
  <p:tag name="KSO_WM_UNIT_COLOR_SCHEME_PARENT_PAGE" val="0_4"/>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custom20204523_4*l_h_a*1_2_1"/>
  <p:tag name="KSO_WM_TEMPLATE_CATEGORY" val="custom"/>
  <p:tag name="KSO_WM_TEMPLATE_INDEX" val="20204523"/>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Lst>
</file>

<file path=ppt/tags/tag355.xml><?xml version="1.0" encoding="utf-8"?>
<p:tagLst xmlns:a="http://schemas.openxmlformats.org/drawingml/2006/main" xmlns:r="http://schemas.openxmlformats.org/officeDocument/2006/relationships" xmlns:p="http://schemas.openxmlformats.org/presentationml/2006/main">
  <p:tag name="KSO_WM_UNIT_COLOR_SCHEME_SHAPE_ID" val="132"/>
  <p:tag name="KSO_WM_UNIT_COLOR_SCHEME_PARENT_PAGE" val="0_4"/>
  <p:tag name="KSO_WM_UNIT_SUBTYPE" val="a"/>
  <p:tag name="KSO_WM_UNIT_NOCLEAR" val="0"/>
  <p:tag name="KSO_WM_UNIT_VALUE" val="2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4523_4*l_h_f*1_2_1"/>
  <p:tag name="KSO_WM_TEMPLATE_CATEGORY" val="custom"/>
  <p:tag name="KSO_WM_TEMPLATE_INDEX" val="20204523"/>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3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4523_4*l_h_i*1_3_1"/>
  <p:tag name="KSO_WM_TEMPLATE_CATEGORY" val="custom"/>
  <p:tag name="KSO_WM_TEMPLATE_INDEX" val="20204523"/>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4523_4*l_h_i*1_3_1"/>
  <p:tag name="KSO_WM_TEMPLATE_CATEGORY" val="custom"/>
  <p:tag name="KSO_WM_TEMPLATE_INDEX" val="20204523"/>
  <p:tag name="KSO_WM_UNIT_LAYERLEVEL" val="1_1_1"/>
  <p:tag name="KSO_WM_TAG_VERSION" val="1.0"/>
  <p:tag name="KSO_WM_BEAUTIFY_FLAG" val="#wm#"/>
  <p:tag name="KSO_WM_UNIT_LINE_FORE_SCHEMECOLOR_INDEX" val="5"/>
  <p:tag name="KSO_WM_UNIT_LINE_FILL_TYPE" val="2"/>
  <p:tag name="KSO_WM_UNIT_USESOURCEFORMAT_APPLY" val="1"/>
</p:tagLst>
</file>

<file path=ppt/tags/tag358.xml><?xml version="1.0" encoding="utf-8"?>
<p:tagLst xmlns:a="http://schemas.openxmlformats.org/drawingml/2006/main" xmlns:r="http://schemas.openxmlformats.org/officeDocument/2006/relationships" xmlns:p="http://schemas.openxmlformats.org/presentationml/2006/main">
  <p:tag name="KSO_WM_UNIT_COLOR_SCHEME_SHAPE_ID" val="131"/>
  <p:tag name="KSO_WM_UNIT_COLOR_SCHEME_PARENT_PAGE" val="0_4"/>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custom20204523_4*l_h_a*1_3_1"/>
  <p:tag name="KSO_WM_TEMPLATE_CATEGORY" val="custom"/>
  <p:tag name="KSO_WM_TEMPLATE_INDEX" val="20204523"/>
  <p:tag name="KSO_WM_UNIT_LAYERLEVEL" val="1_1_1"/>
  <p:tag name="KSO_WM_TAG_VERSION" val="1.0"/>
  <p:tag name="KSO_WM_BEAUTIFY_FLAG" val="#wm#"/>
  <p:tag name="KSO_WM_UNIT_PRESET_TEXT" val="添加标题"/>
  <p:tag name="KSO_WM_UNIT_TEXT_FILL_FORE_SCHEMECOLOR_INDEX" val="13"/>
  <p:tag name="KSO_WM_UNIT_TEXT_FILL_TYPE" val="1"/>
  <p:tag name="KSO_WM_UNIT_USESOURCEFORMAT_APPLY" val="1"/>
</p:tagLst>
</file>

<file path=ppt/tags/tag359.xml><?xml version="1.0" encoding="utf-8"?>
<p:tagLst xmlns:a="http://schemas.openxmlformats.org/drawingml/2006/main" xmlns:r="http://schemas.openxmlformats.org/officeDocument/2006/relationships" xmlns:p="http://schemas.openxmlformats.org/presentationml/2006/main">
  <p:tag name="KSO_WM_UNIT_COLOR_SCHEME_SHAPE_ID" val="132"/>
  <p:tag name="KSO_WM_UNIT_COLOR_SCHEME_PARENT_PAGE" val="0_4"/>
  <p:tag name="KSO_WM_UNIT_SUBTYPE" val="a"/>
  <p:tag name="KSO_WM_UNIT_NOCLEAR" val="0"/>
  <p:tag name="KSO_WM_UNIT_VALUE" val="2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4523_4*l_h_f*1_3_1"/>
  <p:tag name="KSO_WM_TEMPLATE_CATEGORY" val="custom"/>
  <p:tag name="KSO_WM_TEMPLATE_INDEX" val="20204523"/>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360.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NOCLEAR" val="0"/>
  <p:tag name="KSO_WM_UNIT_VALUE" val="3"/>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4523_4*a*1"/>
  <p:tag name="KSO_WM_TEMPLATE_CATEGORY" val="custom"/>
  <p:tag name="KSO_WM_TEMPLATE_INDEX" val="20204523"/>
  <p:tag name="KSO_WM_UNIT_LAYERLEVEL" val="1"/>
  <p:tag name="KSO_WM_TAG_VERSION" val="1.0"/>
  <p:tag name="KSO_WM_BEAUTIFY_FLAG" val="#wm#"/>
  <p:tag name="KSO_WM_UNIT_PRESET_TEXT" val="目录"/>
  <p:tag name="KSO_WM_UNIT_TEXT_FILL_FORE_SCHEMECOLOR_INDEX" val="13"/>
  <p:tag name="KSO_WM_UNIT_TEXT_FILL_TYPE" val="1"/>
  <p:tag name="KSO_WM_UNIT_USESOURCEFORMAT_APPLY" val="1"/>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LIDE_ID" val="custom20205081_14"/>
  <p:tag name="KSO_WM_TEMPLATE_SUBCATEGORY" val="19"/>
  <p:tag name="KSO_WM_TEMPLATE_MASTER_TYPE" val="0"/>
  <p:tag name="KSO_WM_TEMPLATE_COLOR_TYPE" val="1"/>
  <p:tag name="KSO_WM_SLIDE_ITEM_CNT" val="0"/>
  <p:tag name="KSO_WM_SLIDE_INDEX" val="14"/>
  <p:tag name="KSO_WM_TAG_VERSION" val="1.0"/>
  <p:tag name="KSO_WM_SLIDE_TYPE" val="text"/>
  <p:tag name="KSO_WM_SLIDE_SUBTYPE" val="picTxt"/>
  <p:tag name="KSO_WM_SLIDE_SIZE" val="863*431"/>
  <p:tag name="KSO_WM_SLIDE_POSITION" val="48*61"/>
  <p:tag name="KSO_WM_SLIDE_LAYOUT" val="a_d_f"/>
  <p:tag name="KSO_WM_SLIDE_LAYOUT_CNT" val="1_1_1"/>
  <p:tag name="KSO_WM_UNIT_SHOW_EDIT_AREA_INDICATION" val="1"/>
</p:tagLst>
</file>

<file path=ppt/tags/tag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4*f*1"/>
  <p:tag name="KSO_WM_TEMPLATE_CATEGORY" val="custom"/>
  <p:tag name="KSO_WM_TEMPLATE_INDEX" val="20205081"/>
  <p:tag name="KSO_WM_UNIT_LAYERLEVEL" val="1"/>
  <p:tag name="KSO_WM_TAG_VERSION" val="1.0"/>
  <p:tag name="KSO_WM_BEAUTIFY_FLAG" val="#wm#"/>
  <p:tag name="KSO_WM_UNIT_PRESET_TEXT" val="点击此处添加正文"/>
  <p:tag name="KSO_WM_UNIT_NOCLEAR" val="0"/>
  <p:tag name="KSO_WM_UNIT_VALUE" val="230"/>
  <p:tag name="KSO_WM_UNIT_TYPE" val="f"/>
  <p:tag name="KSO_WM_UNIT_INDEX" val="1"/>
  <p:tag name="KSO_WM_UNIT_SHOW_EDIT_AREA_INDICATION" val="1"/>
</p:tagLst>
</file>

<file path=ppt/tags/tag3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4*a*1"/>
  <p:tag name="KSO_WM_TEMPLATE_CATEGORY" val="custom"/>
  <p:tag name="KSO_WM_TEMPLATE_INDEX" val="20205081"/>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2"/>
  <p:tag name="KSO_WM_UNIT_TYPE" val="a"/>
  <p:tag name="KSO_WM_UNIT_INDEX" val="1"/>
  <p:tag name="KSO_WM_UNIT_SHOW_EDIT_AREA_INDICATION" val="1"/>
  <p:tag name="KSO_WM_UNIT_ISNUMDGMTITLE" val="0"/>
</p:tagLst>
</file>

<file path=ppt/tags/tag364.xml><?xml version="1.0" encoding="utf-8"?>
<p:tagLst xmlns:a="http://schemas.openxmlformats.org/drawingml/2006/main" xmlns:r="http://schemas.openxmlformats.org/officeDocument/2006/relationships" xmlns:p="http://schemas.openxmlformats.org/presentationml/2006/main">
  <p:tag name="REFSHAPE" val="798828660"/>
  <p:tag name="KSO_WM_UNIT_PLACING_PICTURE_USER_VIEWPORT" val="{&quot;height&quot;:4500,&quot;width&quot;:6000}"/>
</p:tagLst>
</file>

<file path=ppt/tags/tag365.xml><?xml version="1.0" encoding="utf-8"?>
<p:tagLst xmlns:a="http://schemas.openxmlformats.org/drawingml/2006/main" xmlns:r="http://schemas.openxmlformats.org/officeDocument/2006/relationships" xmlns:p="http://schemas.openxmlformats.org/presentationml/2006/main">
  <p:tag name="KSO_WM_SLIDE_ID" val="custom20205081_17"/>
  <p:tag name="KSO_WM_TEMPLATE_SUBCATEGORY" val="19"/>
  <p:tag name="KSO_WM_TEMPLATE_MASTER_TYPE" val="0"/>
  <p:tag name="KSO_WM_TEMPLATE_COLOR_TYPE" val="1"/>
  <p:tag name="KSO_WM_SLIDE_ITEM_CNT" val="0"/>
  <p:tag name="KSO_WM_SLIDE_INDEX" val="17"/>
  <p:tag name="KSO_WM_TAG_VERSION" val="1.0"/>
  <p:tag name="KSO_WM_BEAUTIFY_FLAG" val="#wm#"/>
  <p:tag name="KSO_WM_TEMPLATE_CATEGORY" val="custom"/>
  <p:tag name="KSO_WM_TEMPLATE_INDEX" val="20205081"/>
  <p:tag name="KSO_WM_SLIDE_LAYOUT" val="a_d_f"/>
  <p:tag name="KSO_WM_SLIDE_LAYOUT_CNT" val="1_1_1"/>
  <p:tag name="KSO_WM_SLIDE_TYPE" val="text"/>
  <p:tag name="KSO_WM_SLIDE_SUBTYPE" val="picTxt"/>
  <p:tag name="KSO_WM_SLIDE_SIZE" val="864*430"/>
  <p:tag name="KSO_WM_SLIDE_POSITION" val="48*61"/>
  <p:tag name="KSO_WM_UNIT_SHOW_EDIT_AREA_INDICATION" val="1"/>
</p:tagLst>
</file>

<file path=ppt/tags/tag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i*1"/>
  <p:tag name="KSO_WM_TEMPLATE_CATEGORY" val="custom"/>
  <p:tag name="KSO_WM_TEMPLATE_INDEX" val="20205081"/>
  <p:tag name="KSO_WM_UNIT_LAYERLEVEL" val="1"/>
  <p:tag name="KSO_WM_TAG_VERSION" val="1.0"/>
  <p:tag name="KSO_WM_BEAUTIFY_FLAG" val="#wm#"/>
  <p:tag name="KSO_WM_UNIT_TYPE" val="i"/>
  <p:tag name="KSO_WM_UNIT_INDEX" val="1"/>
</p:tagLst>
</file>

<file path=ppt/tags/tag3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a*1"/>
  <p:tag name="KSO_WM_TEMPLATE_CATEGORY" val="custom"/>
  <p:tag name="KSO_WM_TEMPLATE_INDEX" val="20205081"/>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7"/>
  <p:tag name="KSO_WM_UNIT_TYPE" val="a"/>
  <p:tag name="KSO_WM_UNIT_INDEX" val="1"/>
  <p:tag name="KSO_WM_UNIT_SHOW_EDIT_AREA_INDICATION" val="1"/>
  <p:tag name="KSO_WM_UNIT_ISNUMDGMTITLE" val="0"/>
</p:tagLst>
</file>

<file path=ppt/tags/tag368.xml><?xml version="1.0" encoding="utf-8"?>
<p:tagLst xmlns:a="http://schemas.openxmlformats.org/drawingml/2006/main" xmlns:r="http://schemas.openxmlformats.org/officeDocument/2006/relationships" xmlns:p="http://schemas.openxmlformats.org/presentationml/2006/main">
  <p:tag name="KSO_WM_UNIT_DIAGRAM_MODELTYPE" val="dynamicNum"/>
  <p:tag name="KSO_WM_BEAUTIFY_FLAG" val="#wm#"/>
  <p:tag name="KSO_WM_UNIT_TYPE" val="ζ_h_f"/>
  <p:tag name="KSO_WM_UNIT_DYNMNUM_TYPE" val="1"/>
  <p:tag name="KSO_WM_DYNAMICNUM_SPEED" val="3"/>
  <p:tag name="KSO_WM_UNIT_DYNMNUM_DGM_ANIMTYPE" val="5"/>
  <p:tag name="KSO_WM_UNIT_INDEX" val="1585751796928_1_1"/>
</p:tagLst>
</file>

<file path=ppt/tags/tag369.xml><?xml version="1.0" encoding="utf-8"?>
<p:tagLst xmlns:a="http://schemas.openxmlformats.org/drawingml/2006/main" xmlns:r="http://schemas.openxmlformats.org/officeDocument/2006/relationships" xmlns:p="http://schemas.openxmlformats.org/presentationml/2006/main">
  <p:tag name="KSO_WM_SLIDE_ID" val="custom20205081_17"/>
  <p:tag name="KSO_WM_TEMPLATE_SUBCATEGORY" val="19"/>
  <p:tag name="KSO_WM_TEMPLATE_MASTER_TYPE" val="0"/>
  <p:tag name="KSO_WM_TEMPLATE_COLOR_TYPE" val="1"/>
  <p:tag name="KSO_WM_SLIDE_ITEM_CNT" val="0"/>
  <p:tag name="KSO_WM_SLIDE_INDEX" val="17"/>
  <p:tag name="KSO_WM_TAG_VERSION" val="1.0"/>
  <p:tag name="KSO_WM_BEAUTIFY_FLAG" val="#wm#"/>
  <p:tag name="KSO_WM_TEMPLATE_CATEGORY" val="custom"/>
  <p:tag name="KSO_WM_TEMPLATE_INDEX" val="20205081"/>
  <p:tag name="KSO_WM_SLIDE_LAYOUT" val="a_d_f"/>
  <p:tag name="KSO_WM_SLIDE_LAYOUT_CNT" val="1_1_1"/>
  <p:tag name="KSO_WM_SLIDE_TYPE" val="text"/>
  <p:tag name="KSO_WM_SLIDE_SUBTYPE" val="picTxt"/>
  <p:tag name="KSO_WM_SLIDE_SIZE" val="864*430"/>
  <p:tag name="KSO_WM_SLIDE_POSITION" val="48*61"/>
  <p:tag name="KSO_WM_UNIT_SHOW_EDIT_AREA_INDICATION" val="1"/>
</p:tagLst>
</file>

<file path=ppt/tags/tag3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i*1"/>
  <p:tag name="KSO_WM_TEMPLATE_CATEGORY" val="custom"/>
  <p:tag name="KSO_WM_TEMPLATE_INDEX" val="20205081"/>
  <p:tag name="KSO_WM_UNIT_LAYERLEVEL" val="1"/>
  <p:tag name="KSO_WM_TAG_VERSION" val="1.0"/>
  <p:tag name="KSO_WM_BEAUTIFY_FLAG" val="#wm#"/>
  <p:tag name="KSO_WM_UNIT_TYPE" val="i"/>
  <p:tag name="KSO_WM_UNIT_INDEX" val="1"/>
</p:tagLst>
</file>

<file path=ppt/tags/tag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a*1"/>
  <p:tag name="KSO_WM_TEMPLATE_CATEGORY" val="custom"/>
  <p:tag name="KSO_WM_TEMPLATE_INDEX" val="20205081"/>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7"/>
  <p:tag name="KSO_WM_UNIT_TYPE" val="a"/>
  <p:tag name="KSO_WM_UNIT_INDEX" val="1"/>
  <p:tag name="KSO_WM_UNIT_SHOW_EDIT_AREA_INDICATION" val="1"/>
  <p:tag name="KSO_WM_UNIT_ISNUMDGMTITLE" val="0"/>
</p:tagLst>
</file>

<file path=ppt/tags/tag372.xml><?xml version="1.0" encoding="utf-8"?>
<p:tagLst xmlns:a="http://schemas.openxmlformats.org/drawingml/2006/main" xmlns:r="http://schemas.openxmlformats.org/officeDocument/2006/relationships" xmlns:p="http://schemas.openxmlformats.org/presentationml/2006/main">
  <p:tag name="KSO_WM_SLIDE_ID" val="custom20205081_17"/>
  <p:tag name="KSO_WM_TEMPLATE_SUBCATEGORY" val="19"/>
  <p:tag name="KSO_WM_TEMPLATE_MASTER_TYPE" val="0"/>
  <p:tag name="KSO_WM_TEMPLATE_COLOR_TYPE" val="1"/>
  <p:tag name="KSO_WM_SLIDE_ITEM_CNT" val="0"/>
  <p:tag name="KSO_WM_SLIDE_INDEX" val="17"/>
  <p:tag name="KSO_WM_TAG_VERSION" val="1.0"/>
  <p:tag name="KSO_WM_BEAUTIFY_FLAG" val="#wm#"/>
  <p:tag name="KSO_WM_TEMPLATE_CATEGORY" val="custom"/>
  <p:tag name="KSO_WM_TEMPLATE_INDEX" val="20205081"/>
  <p:tag name="KSO_WM_SLIDE_LAYOUT" val="a_d_f"/>
  <p:tag name="KSO_WM_SLIDE_LAYOUT_CNT" val="1_1_1"/>
  <p:tag name="KSO_WM_SLIDE_TYPE" val="text"/>
  <p:tag name="KSO_WM_SLIDE_SUBTYPE" val="picTxt"/>
  <p:tag name="KSO_WM_SLIDE_SIZE" val="864*430"/>
  <p:tag name="KSO_WM_SLIDE_POSITION" val="48*61"/>
  <p:tag name="KSO_WM_UNIT_SHOW_EDIT_AREA_INDICATION" val="1"/>
</p:tagLst>
</file>

<file path=ppt/tags/tag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a*1"/>
  <p:tag name="KSO_WM_TEMPLATE_CATEGORY" val="custom"/>
  <p:tag name="KSO_WM_TEMPLATE_INDEX" val="20205081"/>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7"/>
  <p:tag name="KSO_WM_UNIT_TYPE" val="a"/>
  <p:tag name="KSO_WM_UNIT_INDEX" val="1"/>
  <p:tag name="KSO_WM_UNIT_SHOW_EDIT_AREA_INDICATION" val="1"/>
  <p:tag name="KSO_WM_UNIT_ISNUMDGMTITLE" val="0"/>
</p:tagLst>
</file>

<file path=ppt/tags/tag374.xml><?xml version="1.0" encoding="utf-8"?>
<p:tagLst xmlns:a="http://schemas.openxmlformats.org/drawingml/2006/main" xmlns:r="http://schemas.openxmlformats.org/officeDocument/2006/relationships" xmlns:p="http://schemas.openxmlformats.org/presentationml/2006/main">
  <p:tag name="KSO_WM_SLIDE_ID" val="custom20205081_17"/>
  <p:tag name="KSO_WM_TEMPLATE_SUBCATEGORY" val="19"/>
  <p:tag name="KSO_WM_TEMPLATE_MASTER_TYPE" val="0"/>
  <p:tag name="KSO_WM_TEMPLATE_COLOR_TYPE" val="1"/>
  <p:tag name="KSO_WM_SLIDE_ITEM_CNT" val="0"/>
  <p:tag name="KSO_WM_SLIDE_INDEX" val="17"/>
  <p:tag name="KSO_WM_TAG_VERSION" val="1.0"/>
  <p:tag name="KSO_WM_BEAUTIFY_FLAG" val="#wm#"/>
  <p:tag name="KSO_WM_TEMPLATE_CATEGORY" val="custom"/>
  <p:tag name="KSO_WM_TEMPLATE_INDEX" val="20205081"/>
  <p:tag name="KSO_WM_SLIDE_LAYOUT" val="a_d_f"/>
  <p:tag name="KSO_WM_SLIDE_LAYOUT_CNT" val="1_1_1"/>
  <p:tag name="KSO_WM_SLIDE_TYPE" val="text"/>
  <p:tag name="KSO_WM_SLIDE_SUBTYPE" val="picTxt"/>
  <p:tag name="KSO_WM_SLIDE_SIZE" val="864*430"/>
  <p:tag name="KSO_WM_SLIDE_POSITION" val="48*61"/>
  <p:tag name="KSO_WM_UNIT_SHOW_EDIT_AREA_INDICATION" val="1"/>
</p:tagLst>
</file>

<file path=ppt/tags/tag3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i*1"/>
  <p:tag name="KSO_WM_TEMPLATE_CATEGORY" val="custom"/>
  <p:tag name="KSO_WM_TEMPLATE_INDEX" val="20205081"/>
  <p:tag name="KSO_WM_UNIT_LAYERLEVEL" val="1"/>
  <p:tag name="KSO_WM_TAG_VERSION" val="1.0"/>
  <p:tag name="KSO_WM_BEAUTIFY_FLAG" val="#wm#"/>
  <p:tag name="KSO_WM_UNIT_TYPE" val="i"/>
  <p:tag name="KSO_WM_UNIT_INDEX" val="1"/>
</p:tagLst>
</file>

<file path=ppt/tags/tag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a*1"/>
  <p:tag name="KSO_WM_TEMPLATE_CATEGORY" val="custom"/>
  <p:tag name="KSO_WM_TEMPLATE_INDEX" val="20205081"/>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7"/>
  <p:tag name="KSO_WM_UNIT_TYPE" val="a"/>
  <p:tag name="KSO_WM_UNIT_INDEX" val="1"/>
  <p:tag name="KSO_WM_UNIT_SHOW_EDIT_AREA_INDICATION" val="1"/>
  <p:tag name="KSO_WM_UNIT_ISNUMDGMTITLE" val="0"/>
</p:tagLst>
</file>

<file path=ppt/tags/tag377.xml><?xml version="1.0" encoding="utf-8"?>
<p:tagLst xmlns:a="http://schemas.openxmlformats.org/drawingml/2006/main" xmlns:r="http://schemas.openxmlformats.org/officeDocument/2006/relationships" xmlns:p="http://schemas.openxmlformats.org/presentationml/2006/main">
  <p:tag name="KSO_WM_SLIDE_ID" val="custom20205081_17"/>
  <p:tag name="KSO_WM_TEMPLATE_SUBCATEGORY" val="19"/>
  <p:tag name="KSO_WM_TEMPLATE_MASTER_TYPE" val="0"/>
  <p:tag name="KSO_WM_TEMPLATE_COLOR_TYPE" val="1"/>
  <p:tag name="KSO_WM_SLIDE_ITEM_CNT" val="0"/>
  <p:tag name="KSO_WM_SLIDE_INDEX" val="17"/>
  <p:tag name="KSO_WM_TAG_VERSION" val="1.0"/>
  <p:tag name="KSO_WM_BEAUTIFY_FLAG" val="#wm#"/>
  <p:tag name="KSO_WM_TEMPLATE_CATEGORY" val="custom"/>
  <p:tag name="KSO_WM_TEMPLATE_INDEX" val="20205081"/>
  <p:tag name="KSO_WM_SLIDE_LAYOUT" val="a_d_f"/>
  <p:tag name="KSO_WM_SLIDE_LAYOUT_CNT" val="1_1_1"/>
  <p:tag name="KSO_WM_SLIDE_TYPE" val="text"/>
  <p:tag name="KSO_WM_SLIDE_SUBTYPE" val="picTxt"/>
  <p:tag name="KSO_WM_SLIDE_SIZE" val="864*430"/>
  <p:tag name="KSO_WM_SLIDE_POSITION" val="48*61"/>
  <p:tag name="KSO_WM_UNIT_SHOW_EDIT_AREA_INDICATION" val="1"/>
</p:tagLst>
</file>

<file path=ppt/tags/tag3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i*1"/>
  <p:tag name="KSO_WM_TEMPLATE_CATEGORY" val="custom"/>
  <p:tag name="KSO_WM_TEMPLATE_INDEX" val="20205081"/>
  <p:tag name="KSO_WM_UNIT_LAYERLEVEL" val="1"/>
  <p:tag name="KSO_WM_TAG_VERSION" val="1.0"/>
  <p:tag name="KSO_WM_BEAUTIFY_FLAG" val="#wm#"/>
  <p:tag name="KSO_WM_UNIT_TYPE" val="i"/>
  <p:tag name="KSO_WM_UNIT_INDEX" val="1"/>
</p:tagLst>
</file>

<file path=ppt/tags/tag3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a*1"/>
  <p:tag name="KSO_WM_TEMPLATE_CATEGORY" val="custom"/>
  <p:tag name="KSO_WM_TEMPLATE_INDEX" val="20205081"/>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7"/>
  <p:tag name="KSO_WM_UNIT_TYPE" val="a"/>
  <p:tag name="KSO_WM_UNIT_INDEX" val="1"/>
  <p:tag name="KSO_WM_UNIT_SHOW_EDIT_AREA_INDICATION" val="1"/>
  <p:tag name="KSO_WM_UNIT_ISNUMDGMTITLE" val="0"/>
</p:tagLst>
</file>

<file path=ppt/tags/tag380.xml><?xml version="1.0" encoding="utf-8"?>
<p:tagLst xmlns:a="http://schemas.openxmlformats.org/drawingml/2006/main" xmlns:r="http://schemas.openxmlformats.org/officeDocument/2006/relationships" xmlns:p="http://schemas.openxmlformats.org/presentationml/2006/main">
  <p:tag name="KSO_WM_SLIDE_ID" val="custom20205081_17"/>
  <p:tag name="KSO_WM_TEMPLATE_SUBCATEGORY" val="19"/>
  <p:tag name="KSO_WM_TEMPLATE_MASTER_TYPE" val="0"/>
  <p:tag name="KSO_WM_TEMPLATE_COLOR_TYPE" val="1"/>
  <p:tag name="KSO_WM_SLIDE_ITEM_CNT" val="0"/>
  <p:tag name="KSO_WM_SLIDE_INDEX" val="17"/>
  <p:tag name="KSO_WM_TAG_VERSION" val="1.0"/>
  <p:tag name="KSO_WM_BEAUTIFY_FLAG" val="#wm#"/>
  <p:tag name="KSO_WM_TEMPLATE_CATEGORY" val="custom"/>
  <p:tag name="KSO_WM_TEMPLATE_INDEX" val="20205081"/>
  <p:tag name="KSO_WM_SLIDE_LAYOUT" val="a_d_f"/>
  <p:tag name="KSO_WM_SLIDE_LAYOUT_CNT" val="1_1_1"/>
  <p:tag name="KSO_WM_SLIDE_TYPE" val="text"/>
  <p:tag name="KSO_WM_SLIDE_SUBTYPE" val="picTxt"/>
  <p:tag name="KSO_WM_SLIDE_SIZE" val="864*430"/>
  <p:tag name="KSO_WM_SLIDE_POSITION" val="48*61"/>
  <p:tag name="KSO_WM_UNIT_SHOW_EDIT_AREA_INDICATION" val="1"/>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i*1"/>
  <p:tag name="KSO_WM_TEMPLATE_CATEGORY" val="custom"/>
  <p:tag name="KSO_WM_TEMPLATE_INDEX" val="20205081"/>
  <p:tag name="KSO_WM_UNIT_LAYERLEVEL" val="1"/>
  <p:tag name="KSO_WM_TAG_VERSION" val="1.0"/>
  <p:tag name="KSO_WM_BEAUTIFY_FLAG" val="#wm#"/>
  <p:tag name="KSO_WM_UNIT_TYPE" val="i"/>
  <p:tag name="KSO_WM_UNIT_INDEX" val="1"/>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a*1"/>
  <p:tag name="KSO_WM_TEMPLATE_CATEGORY" val="custom"/>
  <p:tag name="KSO_WM_TEMPLATE_INDEX" val="20205081"/>
  <p:tag name="KSO_WM_UNIT_LAYERLEVEL" val="1"/>
  <p:tag name="KSO_WM_TAG_VERSION" val="1.0"/>
  <p:tag name="KSO_WM_BEAUTIFY_FLAG" val="#wm#"/>
  <p:tag name="KSO_WM_UNIT_ISCONTENTSTITLE" val="0"/>
  <p:tag name="KSO_WM_UNIT_PRESET_TEXT" val="单击此处&#10;添加标题内容"/>
  <p:tag name="KSO_WM_UNIT_NOCLEAR" val="0"/>
  <p:tag name="KSO_WM_UNIT_VALUE" val="27"/>
  <p:tag name="KSO_WM_UNIT_TYPE" val="a"/>
  <p:tag name="KSO_WM_UNIT_INDEX" val="1"/>
  <p:tag name="KSO_WM_UNIT_SHOW_EDIT_AREA_INDICATION" val="1"/>
  <p:tag name="KSO_WM_UNIT_ISNUMDGMTITLE" val="0"/>
</p:tagLst>
</file>

<file path=ppt/tags/tag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5081_17*f*1"/>
  <p:tag name="KSO_WM_TEMPLATE_CATEGORY" val="custom"/>
  <p:tag name="KSO_WM_TEMPLATE_INDEX" val="20205081"/>
  <p:tag name="KSO_WM_UNIT_LAYERLEVEL" val="1"/>
  <p:tag name="KSO_WM_TAG_VERSION" val="1.0"/>
  <p:tag name="KSO_WM_BEAUTIFY_FLAG" val="#wm#"/>
  <p:tag name="KSO_WM_UNIT_PRESET_TEXT" val="单击此处添加正文"/>
  <p:tag name="KSO_WM_UNIT_NOCLEAR" val="0"/>
  <p:tag name="KSO_WM_UNIT_VALUE" val="180"/>
  <p:tag name="KSO_WM_UNIT_TYPE" val="f"/>
  <p:tag name="KSO_WM_UNIT_INDEX" val="1"/>
  <p:tag name="KSO_WM_UNIT_SHOW_EDIT_AREA_INDICATION" val="1"/>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KSO_WM_SLIDE_ID" val="custom20205081_15"/>
  <p:tag name="KSO_WM_TEMPLATE_SUBCATEGORY" val="19"/>
  <p:tag name="KSO_WM_TEMPLATE_MASTER_TYPE" val="0"/>
  <p:tag name="KSO_WM_TEMPLATE_COLOR_TYPE" val="1"/>
  <p:tag name="KSO_WM_SLIDE_ITEM_CNT" val="0"/>
  <p:tag name="KSO_WM_SLIDE_INDEX" val="15"/>
  <p:tag name="KSO_WM_TAG_VERSION" val="1.0"/>
  <p:tag name="KSO_WM_SLIDE_TYPE" val="text"/>
  <p:tag name="KSO_WM_SLIDE_SUBTYPE" val="pureTxt"/>
  <p:tag name="KSO_WM_SLIDE_SIZE" val="864*444"/>
  <p:tag name="KSO_WM_SLIDE_POSITION" val="47*47"/>
  <p:tag name="KSO_WM_SLIDE_LAYOUT" val="a_f"/>
  <p:tag name="KSO_WM_SLIDE_LAYOUT_CNT" val="1_2"/>
  <p:tag name="KSO_WM_UNIT_SHOW_EDIT_AREA_INDICATION" val="1"/>
</p:tagLst>
</file>

<file path=ppt/tags/tag385.xml><?xml version="1.0" encoding="utf-8"?>
<p:tagLst xmlns:a="http://schemas.openxmlformats.org/drawingml/2006/main" xmlns:r="http://schemas.openxmlformats.org/officeDocument/2006/relationships" xmlns:p="http://schemas.openxmlformats.org/presentationml/2006/main">
  <p:tag name="KSO_WM_UNIT_PRESET_TEXT" val="单击此处添加正文"/>
  <p:tag name="KSO_WM_UNIT_NOCLEAR" val="0"/>
  <p:tag name="KSO_WM_UNIT_SHOW_EDIT_AREA_INDICATION" val="1"/>
  <p:tag name="KSO_WM_UNIT_VALUE" val="336"/>
  <p:tag name="KSO_WM_UNIT_HIGHLIGHT" val="0"/>
  <p:tag name="KSO_WM_UNIT_COMPATIBLE" val="0"/>
  <p:tag name="KSO_WM_UNIT_DIAGRAM_ISNUMVISUAL" val="0"/>
  <p:tag name="KSO_WM_UNIT_DIAGRAM_ISREFERUNIT" val="0"/>
  <p:tag name="KSO_WM_UNIT_TYPE" val="f"/>
  <p:tag name="KSO_WM_UNIT_INDEX" val="1"/>
  <p:tag name="KSO_WM_UNIT_ID" val="custom20205081_15*f*1"/>
  <p:tag name="KSO_WM_TEMPLATE_CATEGORY" val="custom"/>
  <p:tag name="KSO_WM_TEMPLATE_INDEX" val="20205081"/>
  <p:tag name="KSO_WM_UNIT_LAYERLEVEL" val="1"/>
  <p:tag name="KSO_WM_TAG_VERSION" val="1.0"/>
  <p:tag name="KSO_WM_BEAUTIFY_FLAG" val="#wm#"/>
</p:tagLst>
</file>

<file path=ppt/tags/tag386.xml><?xml version="1.0" encoding="utf-8"?>
<p:tagLst xmlns:a="http://schemas.openxmlformats.org/drawingml/2006/main" xmlns:r="http://schemas.openxmlformats.org/officeDocument/2006/relationships" xmlns:p="http://schemas.openxmlformats.org/presentationml/2006/main">
  <p:tag name="KSO_WM_UNIT_PRESET_TEXT" val="单击此处添加正文"/>
  <p:tag name="KSO_WM_UNIT_NOCLEAR" val="0"/>
  <p:tag name="KSO_WM_UNIT_SHOW_EDIT_AREA_INDICATION" val="1"/>
  <p:tag name="KSO_WM_UNIT_VALUE" val="336"/>
  <p:tag name="KSO_WM_UNIT_HIGHLIGHT" val="0"/>
  <p:tag name="KSO_WM_UNIT_COMPATIBLE" val="0"/>
  <p:tag name="KSO_WM_UNIT_DIAGRAM_ISNUMVISUAL" val="0"/>
  <p:tag name="KSO_WM_UNIT_DIAGRAM_ISREFERUNIT" val="0"/>
  <p:tag name="KSO_WM_UNIT_TYPE" val="f"/>
  <p:tag name="KSO_WM_UNIT_INDEX" val="2"/>
  <p:tag name="KSO_WM_UNIT_ID" val="custom20205081_15*f*2"/>
  <p:tag name="KSO_WM_TEMPLATE_CATEGORY" val="custom"/>
  <p:tag name="KSO_WM_TEMPLATE_INDEX" val="20205081"/>
  <p:tag name="KSO_WM_UNIT_LAYERLEVEL" val="1"/>
  <p:tag name="KSO_WM_TAG_VERSION" val="1.0"/>
  <p:tag name="KSO_WM_BEAUTIFY_FLAG" val="#wm#"/>
</p:tagLst>
</file>

<file path=ppt/tags/tag387.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单击此处添加标题"/>
  <p:tag name="KSO_WM_UNIT_NOCLEAR" val="0"/>
  <p:tag name="KSO_WM_UNIT_SHOW_EDIT_AREA_INDICATION" val="1"/>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5081_15*a*1"/>
  <p:tag name="KSO_WM_TEMPLATE_CATEGORY" val="custom"/>
  <p:tag name="KSO_WM_TEMPLATE_INDEX" val="20205081"/>
  <p:tag name="KSO_WM_UNIT_LAYERLEVEL" val="1"/>
  <p:tag name="KSO_WM_TAG_VERSION" val="1.0"/>
  <p:tag name="KSO_WM_BEAUTIFY_FLAG" val="#wm#"/>
  <p:tag name="KSO_WM_UNIT_ISNUMDGMTITLE" val="0"/>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wm#"/>
  <p:tag name="KSO_WM_TEMPLATE_SUBCATEGORY" val="0"/>
  <p:tag name="KSO_WM_SLIDE_TYPE" val="endPage"/>
  <p:tag name="KSO_WM_SLIDE_SUBTYPE" val="pureTxt"/>
  <p:tag name="KSO_WM_SLIDE_ITEM_CNT" val="0"/>
  <p:tag name="KSO_WM_SLIDE_INDEX" val="43"/>
  <p:tag name="KSO_WM_TAG_VERSION" val="1.0"/>
  <p:tag name="KSO_WM_SLIDE_LAYOUT" val="a_b"/>
  <p:tag name="KSO_WM_SLIDE_LAYOUT_CNT" val="1_1"/>
  <p:tag name="KSO_WM_TEMPLATE_MASTER_TYPE" val="1"/>
  <p:tag name="KSO_WM_TEMPLATE_COLOR_TYPE" val="1"/>
  <p:tag name="KSO_WM_TEMPLATE_CATEGORY" val="custom"/>
  <p:tag name="KSO_WM_TEMPLATE_INDEX" val="20204449"/>
  <p:tag name="KSO_WM_SLIDE_ID" val="custom20204449_43"/>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1"/>
  <p:tag name="KSO_WM_UNIT_VALUE" val="10"/>
  <p:tag name="KSO_WM_UNIT_TYPE" val="a"/>
  <p:tag name="KSO_WM_UNIT_INDEX" val="1"/>
  <p:tag name="KSO_WM_UNIT_PRESET_TEXT" val="谢谢聆听"/>
  <p:tag name="KSO_WM_TEMPLATE_CATEGORY" val="custom"/>
  <p:tag name="KSO_WM_TEMPLATE_INDEX" val="20204449"/>
  <p:tag name="KSO_WM_UNIT_ID" val="custom20204449_43*a*1"/>
  <p:tag name="KSO_WM_UNIT_ISNUMDGMTITLE" val="0"/>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106">
      <a:dk1>
        <a:srgbClr val="000000"/>
      </a:dk1>
      <a:lt1>
        <a:srgbClr val="FFFFFF"/>
      </a:lt1>
      <a:dk2>
        <a:srgbClr val="EFEBE5"/>
      </a:dk2>
      <a:lt2>
        <a:srgbClr val="FDFCFC"/>
      </a:lt2>
      <a:accent1>
        <a:srgbClr val="C5B371"/>
      </a:accent1>
      <a:accent2>
        <a:srgbClr val="B2C97A"/>
      </a:accent2>
      <a:accent3>
        <a:srgbClr val="74BA7C"/>
      </a:accent3>
      <a:accent4>
        <a:srgbClr val="85D799"/>
      </a:accent4>
      <a:accent5>
        <a:srgbClr val="6EC4B2"/>
      </a:accent5>
      <a:accent6>
        <a:srgbClr val="6BAAC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4449">
      <a:dk1>
        <a:srgbClr val="000000"/>
      </a:dk1>
      <a:lt1>
        <a:srgbClr val="FFFFFF"/>
      </a:lt1>
      <a:dk2>
        <a:srgbClr val="ECE8E8"/>
      </a:dk2>
      <a:lt2>
        <a:srgbClr val="FDFCFC"/>
      </a:lt2>
      <a:accent1>
        <a:srgbClr val="BF9F9F"/>
      </a:accent1>
      <a:accent2>
        <a:srgbClr val="CEC0BC"/>
      </a:accent2>
      <a:accent3>
        <a:srgbClr val="B2AC9F"/>
      </a:accent3>
      <a:accent4>
        <a:srgbClr val="ACB29F"/>
      </a:accent4>
      <a:accent5>
        <a:srgbClr val="95AC8E"/>
      </a:accent5>
      <a:accent6>
        <a:srgbClr val="669866"/>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371</Words>
  <Application>Microsoft Office PowerPoint</Application>
  <PresentationFormat>宽屏</PresentationFormat>
  <Paragraphs>44</Paragraphs>
  <Slides>11</Slides>
  <Notes>1</Notes>
  <HiddenSlides>0</HiddenSlides>
  <MMClips>0</MMClips>
  <ScaleCrop>false</ScaleCrop>
  <HeadingPairs>
    <vt:vector size="6" baseType="variant">
      <vt:variant>
        <vt:lpstr>已用的字体</vt:lpstr>
      </vt:variant>
      <vt:variant>
        <vt:i4>3</vt:i4>
      </vt:variant>
      <vt:variant>
        <vt:lpstr>主题</vt:lpstr>
      </vt:variant>
      <vt:variant>
        <vt:i4>3</vt:i4>
      </vt:variant>
      <vt:variant>
        <vt:lpstr>幻灯片标题</vt:lpstr>
      </vt:variant>
      <vt:variant>
        <vt:i4>11</vt:i4>
      </vt:variant>
    </vt:vector>
  </HeadingPairs>
  <TitlesOfParts>
    <vt:vector size="17" baseType="lpstr">
      <vt:lpstr>微软雅黑</vt:lpstr>
      <vt:lpstr>Arial</vt:lpstr>
      <vt:lpstr>Wingdings</vt:lpstr>
      <vt:lpstr>Office 主题​​</vt:lpstr>
      <vt:lpstr>1_Office 主题​​</vt:lpstr>
      <vt:lpstr>2_Office 主题​​</vt:lpstr>
      <vt:lpstr>一鸣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03、产品优势</vt:lpstr>
      <vt:lpstr>谢谢聆听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码农</cp:lastModifiedBy>
  <cp:revision>110</cp:revision>
  <dcterms:created xsi:type="dcterms:W3CDTF">2019-06-19T02:08:00Z</dcterms:created>
  <dcterms:modified xsi:type="dcterms:W3CDTF">2020-04-02T01:27:02Z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